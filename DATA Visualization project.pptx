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4"/>
  </p:sldMasterIdLst>
  <p:notesMasterIdLst>
    <p:notesMasterId r:id="rId18"/>
  </p:notesMasterIdLst>
  <p:handoutMasterIdLst>
    <p:handoutMasterId r:id="rId19"/>
  </p:handoutMasterIdLst>
  <p:sldIdLst>
    <p:sldId id="256" r:id="rId5"/>
    <p:sldId id="257" r:id="rId6"/>
    <p:sldId id="262" r:id="rId7"/>
    <p:sldId id="313" r:id="rId8"/>
    <p:sldId id="319" r:id="rId9"/>
    <p:sldId id="320" r:id="rId10"/>
    <p:sldId id="323" r:id="rId11"/>
    <p:sldId id="322" r:id="rId12"/>
    <p:sldId id="324" r:id="rId13"/>
    <p:sldId id="325" r:id="rId14"/>
    <p:sldId id="326" r:id="rId15"/>
    <p:sldId id="327"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505E3EF-67EA-436B-97B2-0124C06EBD2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5660" autoAdjust="0"/>
  </p:normalViewPr>
  <p:slideViewPr>
    <p:cSldViewPr snapToGrid="0">
      <p:cViewPr varScale="1">
        <p:scale>
          <a:sx n="94" d="100"/>
          <a:sy n="94" d="100"/>
        </p:scale>
        <p:origin x="182" y="86"/>
      </p:cViewPr>
      <p:guideLst/>
    </p:cSldViewPr>
  </p:slideViewPr>
  <p:outlineViewPr>
    <p:cViewPr>
      <p:scale>
        <a:sx n="33" d="100"/>
        <a:sy n="33" d="100"/>
      </p:scale>
      <p:origin x="0" y="-4464"/>
    </p:cViewPr>
  </p:outlineViewPr>
  <p:notesTextViewPr>
    <p:cViewPr>
      <p:scale>
        <a:sx n="1" d="1"/>
        <a:sy n="1" d="1"/>
      </p:scale>
      <p:origin x="0" y="0"/>
    </p:cViewPr>
  </p:notesTextViewPr>
  <p:sorterViewPr>
    <p:cViewPr varScale="1">
      <p:scale>
        <a:sx n="1" d="1"/>
        <a:sy n="1" d="1"/>
      </p:scale>
      <p:origin x="0" y="-314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E52182-8ED2-2CD9-1769-D9951A9939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4873A34-C368-6B6E-8816-ABC664A857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2FBC06-9676-42B7-A8B4-279236EF9829}" type="datetimeFigureOut">
              <a:rPr lang="en-US" smtClean="0"/>
              <a:t>4/27/2024</a:t>
            </a:fld>
            <a:endParaRPr lang="en-US" dirty="0"/>
          </a:p>
        </p:txBody>
      </p:sp>
      <p:sp>
        <p:nvSpPr>
          <p:cNvPr id="4" name="Footer Placeholder 3">
            <a:extLst>
              <a:ext uri="{FF2B5EF4-FFF2-40B4-BE49-F238E27FC236}">
                <a16:creationId xmlns:a16="http://schemas.microsoft.com/office/drawing/2014/main" id="{AE355158-3742-8894-B074-C872916FE8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A6B5579-9D25-81D6-8171-2F8C3F5377E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B3735C-CF2D-4272-874B-84D65FE3CAEA}" type="slidenum">
              <a:rPr lang="en-US" smtClean="0"/>
              <a:t>‹#›</a:t>
            </a:fld>
            <a:endParaRPr lang="en-US" dirty="0"/>
          </a:p>
        </p:txBody>
      </p:sp>
    </p:spTree>
    <p:extLst>
      <p:ext uri="{BB962C8B-B14F-4D97-AF65-F5344CB8AC3E}">
        <p14:creationId xmlns:p14="http://schemas.microsoft.com/office/powerpoint/2010/main" val="3576658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63451-F71A-45EA-8B10-04A09C28CC19}" type="datetimeFigureOut">
              <a:rPr lang="en-US" smtClean="0"/>
              <a:t>4/27/2024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8B270D-091D-4ED2-8C85-0898DD7D9F21}" type="slidenum">
              <a:rPr lang="en-US" smtClean="0"/>
              <a:t>‹#›</a:t>
            </a:fld>
            <a:endParaRPr lang="en-US" dirty="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1</a:t>
            </a:fld>
            <a:endParaRPr lang="en-US" dirty="0"/>
          </a:p>
        </p:txBody>
      </p:sp>
    </p:spTree>
    <p:extLst>
      <p:ext uri="{BB962C8B-B14F-4D97-AF65-F5344CB8AC3E}">
        <p14:creationId xmlns:p14="http://schemas.microsoft.com/office/powerpoint/2010/main" val="4133141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2</a:t>
            </a:fld>
            <a:endParaRPr lang="en-US" dirty="0"/>
          </a:p>
        </p:txBody>
      </p:sp>
    </p:spTree>
    <p:extLst>
      <p:ext uri="{BB962C8B-B14F-4D97-AF65-F5344CB8AC3E}">
        <p14:creationId xmlns:p14="http://schemas.microsoft.com/office/powerpoint/2010/main" val="3364165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3</a:t>
            </a:fld>
            <a:endParaRPr lang="en-US" dirty="0"/>
          </a:p>
        </p:txBody>
      </p:sp>
    </p:spTree>
    <p:extLst>
      <p:ext uri="{BB962C8B-B14F-4D97-AF65-F5344CB8AC3E}">
        <p14:creationId xmlns:p14="http://schemas.microsoft.com/office/powerpoint/2010/main" val="1632927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4</a:t>
            </a:fld>
            <a:endParaRPr lang="en-US" dirty="0"/>
          </a:p>
        </p:txBody>
      </p:sp>
    </p:spTree>
    <p:extLst>
      <p:ext uri="{BB962C8B-B14F-4D97-AF65-F5344CB8AC3E}">
        <p14:creationId xmlns:p14="http://schemas.microsoft.com/office/powerpoint/2010/main" val="3899098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5</a:t>
            </a:fld>
            <a:endParaRPr lang="en-US" dirty="0"/>
          </a:p>
        </p:txBody>
      </p:sp>
    </p:spTree>
    <p:extLst>
      <p:ext uri="{BB962C8B-B14F-4D97-AF65-F5344CB8AC3E}">
        <p14:creationId xmlns:p14="http://schemas.microsoft.com/office/powerpoint/2010/main" val="1706715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6</a:t>
            </a:fld>
            <a:endParaRPr lang="en-US" dirty="0"/>
          </a:p>
        </p:txBody>
      </p:sp>
    </p:spTree>
    <p:extLst>
      <p:ext uri="{BB962C8B-B14F-4D97-AF65-F5344CB8AC3E}">
        <p14:creationId xmlns:p14="http://schemas.microsoft.com/office/powerpoint/2010/main" val="2734442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7</a:t>
            </a:fld>
            <a:endParaRPr lang="en-US" dirty="0"/>
          </a:p>
        </p:txBody>
      </p:sp>
    </p:spTree>
    <p:extLst>
      <p:ext uri="{BB962C8B-B14F-4D97-AF65-F5344CB8AC3E}">
        <p14:creationId xmlns:p14="http://schemas.microsoft.com/office/powerpoint/2010/main" val="3602441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8</a:t>
            </a:fld>
            <a:endParaRPr lang="en-US" dirty="0"/>
          </a:p>
        </p:txBody>
      </p:sp>
    </p:spTree>
    <p:extLst>
      <p:ext uri="{BB962C8B-B14F-4D97-AF65-F5344CB8AC3E}">
        <p14:creationId xmlns:p14="http://schemas.microsoft.com/office/powerpoint/2010/main" val="1643560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9</a:t>
            </a:fld>
            <a:endParaRPr lang="en-US" dirty="0"/>
          </a:p>
        </p:txBody>
      </p:sp>
    </p:spTree>
    <p:extLst>
      <p:ext uri="{BB962C8B-B14F-4D97-AF65-F5344CB8AC3E}">
        <p14:creationId xmlns:p14="http://schemas.microsoft.com/office/powerpoint/2010/main" val="1842214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10</a:t>
            </a:fld>
            <a:endParaRPr lang="en-US" dirty="0"/>
          </a:p>
        </p:txBody>
      </p:sp>
    </p:spTree>
    <p:extLst>
      <p:ext uri="{BB962C8B-B14F-4D97-AF65-F5344CB8AC3E}">
        <p14:creationId xmlns:p14="http://schemas.microsoft.com/office/powerpoint/2010/main" val="11221964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11</a:t>
            </a:fld>
            <a:endParaRPr lang="en-US" dirty="0"/>
          </a:p>
        </p:txBody>
      </p:sp>
    </p:spTree>
    <p:extLst>
      <p:ext uri="{BB962C8B-B14F-4D97-AF65-F5344CB8AC3E}">
        <p14:creationId xmlns:p14="http://schemas.microsoft.com/office/powerpoint/2010/main" val="3235365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12</a:t>
            </a:fld>
            <a:endParaRPr lang="en-US" dirty="0"/>
          </a:p>
        </p:txBody>
      </p:sp>
    </p:spTree>
    <p:extLst>
      <p:ext uri="{BB962C8B-B14F-4D97-AF65-F5344CB8AC3E}">
        <p14:creationId xmlns:p14="http://schemas.microsoft.com/office/powerpoint/2010/main" val="2733073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13</a:t>
            </a:fld>
            <a:endParaRPr lang="en-US" dirty="0"/>
          </a:p>
        </p:txBody>
      </p:sp>
    </p:spTree>
    <p:extLst>
      <p:ext uri="{BB962C8B-B14F-4D97-AF65-F5344CB8AC3E}">
        <p14:creationId xmlns:p14="http://schemas.microsoft.com/office/powerpoint/2010/main" val="3757332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852517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6244943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294A09A9-5501-47C1-A89A-A340965A2BE2}" type="slidenum">
              <a:rPr lang="en-US" smtClean="0"/>
              <a:pPr/>
              <a:t>‹#›</a:t>
            </a:fld>
            <a:endParaRPr lang="en-US" dirty="0"/>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04504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7252712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552302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4/27/2024</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grpSp>
        <p:nvGrpSpPr>
          <p:cNvPr id="6" name="Group 5">
            <a:extLst>
              <a:ext uri="{FF2B5EF4-FFF2-40B4-BE49-F238E27FC236}">
                <a16:creationId xmlns:a16="http://schemas.microsoft.com/office/drawing/2014/main" id="{17004688-7200-27A0-AED2-FDEA0C50E2E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0962AE0E-CD08-E4A3-B4FB-58E3FB6095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942343E8-72A7-5457-2C99-D033A36FF0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1C19E638-91EB-75DC-9458-EA0229C044E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6E02EB3D-A45E-B4B7-9E49-65E6921C6D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46ED0F2C-33C6-33F8-D25A-653073FA8F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76C992DF-7C76-80E6-220E-5545B437E8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1532E4B2-6FAE-2363-8842-E08A265B0FB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D7AE19E9-E19F-29AF-639C-44EB5FB5E3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FC6B75DA-401A-8C4D-421A-4A0230030C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83B7B7D8-FAE1-EF25-3177-C597CA2855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D8189C2B-39BF-F3AD-761F-3EC5A413936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9B3C11E0-E220-6347-106F-7361EEF4B71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79AAD932-DEE5-826A-1B8E-BF1B2B2BB3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A9BA9C23-F16A-423E-DB70-2BBBE58B0C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237FA726-DD02-A25D-C698-4FB16B377C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A0991B4B-EDB7-1AEE-679D-75A7958333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198D13E0-51CA-CC43-BFAD-752CD4E5ED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979DDC47-298E-AFD7-CE86-9F24018FCB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FDF6497C-C9D8-77C1-9EC1-AA3DC693FD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F94954A5-B504-9802-E8A3-D92A434B21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26CA4C70-E5AD-FFC4-4F64-9029A88E16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C2F66C97-233E-069E-842E-FC7DD613F3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AA0F3696-6B0D-543A-4D40-8B145249CB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29D21825-8498-CADF-8EB5-D08C5C4348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D1EBC7BA-66A7-56E5-19F7-65B9A2BE6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41A6EA28-930F-EBBA-43EE-6CB627294A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5297B34D-B81D-6350-4194-484D7EC282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DD7C599E-910F-8D88-3AA0-B24C9A79E1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E663B789-16D2-7968-1AB9-E036E4D428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EBE4D28C-9D5D-2CDF-4E98-5D046F140C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19D439ED-096C-BC38-ECCB-78B2B5178F8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E820AB2-DB7A-A79D-FAE4-35AC3D677C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88E5C4B-5B7B-FDA4-A576-7854A9D159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E3C02BC9-4E4F-3743-8563-808D6A0B43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D0EF96EA-252F-062A-E566-42ABC6B903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58DCE928-965C-EA85-F5C1-24E19E45854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B5B70EF0-D01D-E5DD-0234-6B93EE439E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CA0351E2-397A-7FC9-6BE5-A3018AAB2BD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9EE4DD70-FCD0-DFFE-52A6-0DE9BC2331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466F87F-6F35-E28C-1556-6383A82F7F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D4FD8A8E-2B46-F940-BD0E-086FCF7666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7532BE26-5B7C-EE9E-4191-8A54CDBBD6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BFC8ECE6-D59A-9EE4-CB81-D6162F00D8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15080BC2-EE72-5D70-6666-DEBC491653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393AA0A3-2A8A-2332-F348-F88D6E1F3B3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54355255-9D4E-147B-DA9E-4FFB14E7C1B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0C229BCD-A083-BC81-2151-41E4947E04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F138DCEE-5B8D-D5E5-54B6-6B0BA01F6E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F00BD61F-0747-E748-6BFB-CB875F4942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07C45B1B-92EA-5E82-24D1-931DB8AF99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11B1265-0119-731D-E758-7C0BAFE4B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35056C9E-95B1-E743-9A73-5A39803B74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873B7450-9F65-5384-2976-127FD87757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93FE1A96-9FB8-DD4B-5EB8-26A91007B6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07C997E7-D2EC-2533-34E1-ADA752DD0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CDFD69D0-D4F6-6990-4E0A-C6FEB0CE49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825CB36E-9726-A54C-5717-F6A428FED5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F8184497-7251-D4E9-F39C-EE556E4B10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835D68A6-6C40-806B-C58A-25B22D6BC6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E36097E1-57E6-7188-7C0D-36C56EF55F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9C1BAB2A-BA9C-8C5A-13B8-CE9C056AE65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F8DCA4A-A0D6-514F-47BB-541F133C696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0BEDD737-7AD9-32AF-DA50-AE940D883A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361792E-BF11-44DD-3900-9EE92815F3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EF08723B-66BF-73AE-106A-58DBBBABFA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866A6C7D-739E-6ED2-8DC9-F62F9697723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3CAE0274-E38E-54A4-13C4-FFD1A9DDC6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7561DEAF-B810-94D1-71BB-2116BFFFA7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323C31A5-9409-F839-90BA-3883DC53230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42742EC4-5A1C-631E-398C-F3C5A9C4A2E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D2C0A335-0DBB-9CDA-7CB6-64689BB782A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21B6FD8-0F3F-70F9-2457-87BB8AAB793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44ACA065-23B9-0399-85C9-8821480A7D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360F78FE-550E-F182-27C9-8D0D0411F4D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82BEC42F-0A94-4DB3-9210-90D9BA7610B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4639297D-A086-3111-DE35-3ADFC63EC5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0A57F373-E650-007D-EF3A-125835724B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3F7AA1C2-3BC9-2CC2-246C-891EEAAAAAD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8095730D-9E3D-CB3A-4FF1-D9B51A162A3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FDC9A03-E7DE-3D3E-74F8-C2990A5082F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3B430687-A11D-CFC5-B7C6-AF9A479146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F9EEDCBB-CCC4-61BB-3480-8D21A3D2F1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1900389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3910518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640213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8089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218381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031844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ubtitle Pict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9E50B4-1616-9029-9FC0-901DDF9BF608}"/>
              </a:ext>
              <a:ext uri="{C183D7F6-B498-43B3-948B-1728B52AA6E4}">
                <adec:decorative xmlns:adec="http://schemas.microsoft.com/office/drawing/2017/decorative" val="1"/>
              </a:ext>
            </a:extLst>
          </p:cNvPr>
          <p:cNvSpPr/>
          <p:nvPr userDrawn="1"/>
        </p:nvSpPr>
        <p:spPr>
          <a:xfrm>
            <a:off x="4449680" y="0"/>
            <a:ext cx="77423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530307" y="430521"/>
            <a:ext cx="3389065" cy="1847528"/>
          </a:xfrm>
        </p:spPr>
        <p:txBody>
          <a:bodyPr>
            <a:noAutofit/>
          </a:bodyPr>
          <a:lstStyle>
            <a:lvl1pPr algn="ctr">
              <a:defRPr sz="3600"/>
            </a:lvl1pPr>
          </a:lstStyle>
          <a:p>
            <a:r>
              <a:rPr lang="en-US" dirty="0"/>
              <a:t>Click to add title</a:t>
            </a:r>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1954839" y="2511829"/>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674FFBCF-911F-5818-60FE-B018CA677353}"/>
              </a:ext>
            </a:extLst>
          </p:cNvPr>
          <p:cNvSpPr>
            <a:spLocks noGrp="1"/>
          </p:cNvSpPr>
          <p:nvPr>
            <p:ph sz="quarter" idx="15" hasCustomPrompt="1"/>
          </p:nvPr>
        </p:nvSpPr>
        <p:spPr>
          <a:xfrm>
            <a:off x="530307" y="2745610"/>
            <a:ext cx="3389065" cy="3499611"/>
          </a:xfrm>
        </p:spPr>
        <p:txBody>
          <a:bodyPr>
            <a:normAutofit/>
          </a:bodyPr>
          <a:lstStyle>
            <a:lvl1pPr marL="0" indent="0" algn="ctr">
              <a:buNone/>
              <a:defRPr lang="en-US" sz="2000" kern="1200" spc="50" dirty="0">
                <a:solidFill>
                  <a:schemeClr val="tx1">
                    <a:alpha val="60000"/>
                  </a:schemeClr>
                </a:solidFill>
                <a:latin typeface="+mn-lt"/>
                <a:ea typeface="+mn-ea"/>
                <a:cs typeface="+mn-cs"/>
              </a:defRPr>
            </a:lvl1pPr>
            <a:lvl2pPr marL="360000" indent="0">
              <a:buNone/>
              <a:defRPr/>
            </a:lvl2pPr>
            <a:lvl3pPr marL="720000" indent="0">
              <a:buNone/>
              <a:defRPr/>
            </a:lvl3pPr>
            <a:lvl4pPr marL="1080000" indent="0">
              <a:buNone/>
              <a:defRPr/>
            </a:lvl4pPr>
            <a:lvl5pPr marL="1440000" indent="0">
              <a:buNone/>
              <a:defRPr/>
            </a:lvl5pPr>
          </a:lstStyle>
          <a:p>
            <a:pPr marL="0" indent="0" algn="ctr">
              <a:buNone/>
            </a:pPr>
            <a:r>
              <a:rPr lang="en-US" dirty="0"/>
              <a:t>Click to add text</a:t>
            </a:r>
          </a:p>
        </p:txBody>
      </p:sp>
      <p:sp>
        <p:nvSpPr>
          <p:cNvPr id="9" name="Picture Placeholder 8">
            <a:extLst>
              <a:ext uri="{FF2B5EF4-FFF2-40B4-BE49-F238E27FC236}">
                <a16:creationId xmlns:a16="http://schemas.microsoft.com/office/drawing/2014/main" id="{EF1A84F6-2D30-446A-9D91-44FBCB825679}"/>
              </a:ext>
            </a:extLst>
          </p:cNvPr>
          <p:cNvSpPr>
            <a:spLocks noGrp="1"/>
          </p:cNvSpPr>
          <p:nvPr>
            <p:ph type="pic" sz="quarter" idx="14" hasCustomPrompt="1"/>
          </p:nvPr>
        </p:nvSpPr>
        <p:spPr>
          <a:xfrm>
            <a:off x="4979988" y="430521"/>
            <a:ext cx="6681704" cy="6019264"/>
          </a:xfrm>
        </p:spPr>
        <p:txBody>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1052376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Pictur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alpha val="20000"/>
                </a:schemeClr>
              </a:solidFill>
            </a:endParaRPr>
          </a:p>
        </p:txBody>
      </p:sp>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462643" y="995760"/>
            <a:ext cx="5170860" cy="4869882"/>
          </a:xfrm>
        </p:spPr>
        <p:txBody>
          <a:bodyPr anchor="ctr">
            <a:noAutofit/>
          </a:bodyPr>
          <a:lstStyle>
            <a:lvl1pPr algn="ctr">
              <a:defRPr sz="4800"/>
            </a:lvl1pPr>
          </a:lstStyle>
          <a:p>
            <a:r>
              <a:rPr lang="en-US" dirty="0"/>
              <a:t>Click to add title</a:t>
            </a:r>
          </a:p>
        </p:txBody>
      </p:sp>
      <p:sp>
        <p:nvSpPr>
          <p:cNvPr id="24" name="Picture Placeholder 23">
            <a:extLst>
              <a:ext uri="{FF2B5EF4-FFF2-40B4-BE49-F238E27FC236}">
                <a16:creationId xmlns:a16="http://schemas.microsoft.com/office/drawing/2014/main" id="{C9D32952-2D0C-4A3E-9354-E014C717894E}"/>
              </a:ext>
            </a:extLst>
          </p:cNvPr>
          <p:cNvSpPr>
            <a:spLocks noGrp="1"/>
          </p:cNvSpPr>
          <p:nvPr>
            <p:ph type="pic" sz="quarter" idx="13" hasCustomPrompt="1"/>
          </p:nvPr>
        </p:nvSpPr>
        <p:spPr>
          <a:xfrm>
            <a:off x="6654800" y="430213"/>
            <a:ext cx="4995863" cy="5997574"/>
          </a:xfrm>
        </p:spPr>
        <p:txBody>
          <a:bodyPr>
            <a:normAutofit/>
          </a:bodyPr>
          <a:lstStyle>
            <a:lvl1pPr marL="0" indent="0" algn="ctr">
              <a:buNone/>
              <a:defRPr sz="1600"/>
            </a:lvl1pPr>
          </a:lstStyle>
          <a:p>
            <a:r>
              <a:rPr lang="en-US" dirty="0"/>
              <a:t>Click to add picture</a:t>
            </a:r>
          </a:p>
        </p:txBody>
      </p:sp>
      <p:grpSp>
        <p:nvGrpSpPr>
          <p:cNvPr id="6" name="Group 5">
            <a:extLst>
              <a:ext uri="{FF2B5EF4-FFF2-40B4-BE49-F238E27FC236}">
                <a16:creationId xmlns:a16="http://schemas.microsoft.com/office/drawing/2014/main" id="{36D3DA45-FD99-405B-8BF9-260DD97C0D4F}"/>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1939998" y="5634038"/>
            <a:ext cx="2216150" cy="1177924"/>
            <a:chOff x="4987925" y="2840038"/>
            <a:chExt cx="2216150" cy="1177924"/>
          </a:xfrm>
        </p:grpSpPr>
        <p:sp>
          <p:nvSpPr>
            <p:cNvPr id="7" name="Rectangle 6">
              <a:extLst>
                <a:ext uri="{FF2B5EF4-FFF2-40B4-BE49-F238E27FC236}">
                  <a16:creationId xmlns:a16="http://schemas.microsoft.com/office/drawing/2014/main" id="{C5C2A03C-F372-4C6D-929D-FD97AD4396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E8FEDBB3-0BD6-41BC-BB57-9FEC2E96C0F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9" name="Group 8">
                <a:extLst>
                  <a:ext uri="{FF2B5EF4-FFF2-40B4-BE49-F238E27FC236}">
                    <a16:creationId xmlns:a16="http://schemas.microsoft.com/office/drawing/2014/main" id="{7D12B81D-3F14-4DA1-BECA-669824832A0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4" name="Freeform 68">
                  <a:extLst>
                    <a:ext uri="{FF2B5EF4-FFF2-40B4-BE49-F238E27FC236}">
                      <a16:creationId xmlns:a16="http://schemas.microsoft.com/office/drawing/2014/main" id="{EA11E57D-88DD-4899-907A-2A5772002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69">
                  <a:extLst>
                    <a:ext uri="{FF2B5EF4-FFF2-40B4-BE49-F238E27FC236}">
                      <a16:creationId xmlns:a16="http://schemas.microsoft.com/office/drawing/2014/main" id="{7A5AEE18-30A4-4777-975F-02D107A171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Line 70">
                  <a:extLst>
                    <a:ext uri="{FF2B5EF4-FFF2-40B4-BE49-F238E27FC236}">
                      <a16:creationId xmlns:a16="http://schemas.microsoft.com/office/drawing/2014/main" id="{39EA21FB-AE36-478E-9770-CB84281439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 name="Group 9">
                <a:extLst>
                  <a:ext uri="{FF2B5EF4-FFF2-40B4-BE49-F238E27FC236}">
                    <a16:creationId xmlns:a16="http://schemas.microsoft.com/office/drawing/2014/main" id="{BC45D5C4-2D3A-4F84-BED1-D9B75234B07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1" name="Freeform 68">
                  <a:extLst>
                    <a:ext uri="{FF2B5EF4-FFF2-40B4-BE49-F238E27FC236}">
                      <a16:creationId xmlns:a16="http://schemas.microsoft.com/office/drawing/2014/main" id="{259762E8-7432-4501-9FE5-92B04D37C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 name="Freeform 69">
                  <a:extLst>
                    <a:ext uri="{FF2B5EF4-FFF2-40B4-BE49-F238E27FC236}">
                      <a16:creationId xmlns:a16="http://schemas.microsoft.com/office/drawing/2014/main" id="{FF91FD3E-0148-4B50-8906-7D9CD382A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Line 70">
                  <a:extLst>
                    <a:ext uri="{FF2B5EF4-FFF2-40B4-BE49-F238E27FC236}">
                      <a16:creationId xmlns:a16="http://schemas.microsoft.com/office/drawing/2014/main" id="{506FA1AD-488A-4FD4-A79F-4343698EA7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grpSp>
        <p:nvGrpSpPr>
          <p:cNvPr id="17" name="Group 16">
            <a:extLst>
              <a:ext uri="{FF2B5EF4-FFF2-40B4-BE49-F238E27FC236}">
                <a16:creationId xmlns:a16="http://schemas.microsoft.com/office/drawing/2014/main" id="{FE79776F-EEB5-464D-19DD-92EC7B3B3296}"/>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1939998" y="49440"/>
            <a:ext cx="2216150" cy="1177924"/>
            <a:chOff x="4987925" y="2840038"/>
            <a:chExt cx="2216150" cy="1177924"/>
          </a:xfrm>
        </p:grpSpPr>
        <p:sp>
          <p:nvSpPr>
            <p:cNvPr id="19" name="Rectangle 18">
              <a:extLst>
                <a:ext uri="{FF2B5EF4-FFF2-40B4-BE49-F238E27FC236}">
                  <a16:creationId xmlns:a16="http://schemas.microsoft.com/office/drawing/2014/main" id="{309A16CC-7006-C92A-F15C-618A3235AF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0">
              <a:extLst>
                <a:ext uri="{FF2B5EF4-FFF2-40B4-BE49-F238E27FC236}">
                  <a16:creationId xmlns:a16="http://schemas.microsoft.com/office/drawing/2014/main" id="{035D8D8D-001E-352F-FE03-CC3EE1D7CFC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2" name="Group 21">
                <a:extLst>
                  <a:ext uri="{FF2B5EF4-FFF2-40B4-BE49-F238E27FC236}">
                    <a16:creationId xmlns:a16="http://schemas.microsoft.com/office/drawing/2014/main" id="{51CE1C6F-D1A5-FD45-5120-8F87F05DCFD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FE946A41-95B9-A9F4-17ED-A0113124469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69">
                  <a:extLst>
                    <a:ext uri="{FF2B5EF4-FFF2-40B4-BE49-F238E27FC236}">
                      <a16:creationId xmlns:a16="http://schemas.microsoft.com/office/drawing/2014/main" id="{FDFB515A-8805-F10C-2933-35BDDF1DD3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Line 70">
                  <a:extLst>
                    <a:ext uri="{FF2B5EF4-FFF2-40B4-BE49-F238E27FC236}">
                      <a16:creationId xmlns:a16="http://schemas.microsoft.com/office/drawing/2014/main" id="{F63B17C2-189B-28FA-8876-976CC481C7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3" name="Group 22">
                <a:extLst>
                  <a:ext uri="{FF2B5EF4-FFF2-40B4-BE49-F238E27FC236}">
                    <a16:creationId xmlns:a16="http://schemas.microsoft.com/office/drawing/2014/main" id="{613E90FB-54AC-A2FC-9D01-C95ACC91FC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58A6A556-AB2C-1636-63D4-9E2806E3671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69">
                  <a:extLst>
                    <a:ext uri="{FF2B5EF4-FFF2-40B4-BE49-F238E27FC236}">
                      <a16:creationId xmlns:a16="http://schemas.microsoft.com/office/drawing/2014/main" id="{A43047F1-413F-99DB-01CC-293FC1813A5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Line 70">
                  <a:extLst>
                    <a:ext uri="{FF2B5EF4-FFF2-40B4-BE49-F238E27FC236}">
                      <a16:creationId xmlns:a16="http://schemas.microsoft.com/office/drawing/2014/main" id="{47C2B72F-C97F-770D-5F99-50DD97EB27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2472699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7D905AD-2C09-A80F-FBF0-4F45A7A148CC}"/>
              </a:ext>
            </a:extLst>
          </p:cNvPr>
          <p:cNvSpPr>
            <a:spLocks noGrp="1"/>
          </p:cNvSpPr>
          <p:nvPr>
            <p:ph type="title" hasCustomPrompt="1"/>
          </p:nvPr>
        </p:nvSpPr>
        <p:spPr>
          <a:xfrm>
            <a:off x="568163" y="400049"/>
            <a:ext cx="8647721" cy="1185045"/>
          </a:xfrm>
        </p:spPr>
        <p:txBody>
          <a:bodyPr lIns="0">
            <a:normAutofit/>
          </a:bodyPr>
          <a:lstStyle>
            <a:lvl1pPr>
              <a:defRPr sz="3600"/>
            </a:lvl1pPr>
          </a:lstStyle>
          <a:p>
            <a:r>
              <a:rPr lang="en-US" dirty="0"/>
              <a:t>Click to add title</a:t>
            </a:r>
          </a:p>
        </p:txBody>
      </p:sp>
      <p:sp>
        <p:nvSpPr>
          <p:cNvPr id="10" name="Content Placeholder 2">
            <a:extLst>
              <a:ext uri="{FF2B5EF4-FFF2-40B4-BE49-F238E27FC236}">
                <a16:creationId xmlns:a16="http://schemas.microsoft.com/office/drawing/2014/main" id="{76F87AC4-493F-1EB8-D127-C21530FA824E}"/>
              </a:ext>
            </a:extLst>
          </p:cNvPr>
          <p:cNvSpPr>
            <a:spLocks noGrp="1"/>
          </p:cNvSpPr>
          <p:nvPr>
            <p:ph idx="10" hasCustomPrompt="1"/>
          </p:nvPr>
        </p:nvSpPr>
        <p:spPr>
          <a:xfrm>
            <a:off x="568163" y="1997132"/>
            <a:ext cx="8652793" cy="4232218"/>
          </a:xfrm>
        </p:spPr>
        <p:txBody>
          <a:bodyPr lIns="0">
            <a:normAutofit/>
          </a:bodyPr>
          <a:lstStyle>
            <a:lvl1pPr marL="285750" indent="-285750">
              <a:lnSpc>
                <a:spcPct val="130000"/>
              </a:lnSpc>
              <a:buFont typeface="Arial" panose="020B0604020202020204" pitchFamily="34" charset="0"/>
              <a:buChar char="•"/>
              <a:defRPr sz="1800"/>
            </a:lvl1pPr>
            <a:lvl2pPr marL="645750" indent="-285750">
              <a:lnSpc>
                <a:spcPct val="130000"/>
              </a:lnSpc>
              <a:buFont typeface="Arial" panose="020B0604020202020204" pitchFamily="34" charset="0"/>
              <a:buChar char="•"/>
              <a:defRPr sz="1800"/>
            </a:lvl2pPr>
            <a:lvl3pPr marL="1005750" indent="-285750">
              <a:lnSpc>
                <a:spcPct val="130000"/>
              </a:lnSpc>
              <a:buFont typeface="Arial" panose="020B0604020202020204" pitchFamily="34" charset="0"/>
              <a:buChar char="•"/>
              <a:defRPr sz="1800"/>
            </a:lvl3pPr>
            <a:lvl4pPr marL="1365750" indent="-285750">
              <a:lnSpc>
                <a:spcPct val="130000"/>
              </a:lnSpc>
              <a:buFont typeface="Arial" panose="020B0604020202020204" pitchFamily="34" charset="0"/>
              <a:buChar char="•"/>
              <a:defRPr sz="1800"/>
            </a:lvl4pPr>
            <a:lvl5pPr marL="1725750" indent="-285750">
              <a:lnSpc>
                <a:spcPct val="130000"/>
              </a:lnSpc>
              <a:buFont typeface="Arial" panose="020B0604020202020204" pitchFamily="34" charset="0"/>
              <a:buChar char="•"/>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id="{CBBE6897-C551-2BCB-F552-C4B761D2C77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50" name="Group 49">
              <a:extLst>
                <a:ext uri="{FF2B5EF4-FFF2-40B4-BE49-F238E27FC236}">
                  <a16:creationId xmlns:a16="http://schemas.microsoft.com/office/drawing/2014/main" id="{C8215B7C-A98D-6F6C-9039-6F2AAEEFDDD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184D4E7B-7775-1603-2C3F-5C26535772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6F97B093-B348-8A25-789A-743A43E9038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732DEA9-6233-9CDE-64C6-744FC6CD6E4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9274C521-E533-D3E5-CE64-E3A3AEC0FE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2C69CF99-91AA-9E24-24AE-5A89748B46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A35D6C12-B227-D277-0499-FA2765DB20A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01FCD87F-4621-47F3-CC5C-A1A8F67332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CA7C3364-8305-C08F-4132-18DA2D39BF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18093390-6F0E-5ED5-5DAF-40FF11548946}"/>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52" name="Group 51">
                <a:extLst>
                  <a:ext uri="{FF2B5EF4-FFF2-40B4-BE49-F238E27FC236}">
                    <a16:creationId xmlns:a16="http://schemas.microsoft.com/office/drawing/2014/main" id="{CEAA9FA7-0165-F161-72DC-F2E001FCF3A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9F185D91-004D-5474-3DD0-9153A2AEA2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D995CD54-9374-D2B3-957D-6925B750A6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EDCD4830-6A47-A59E-6569-B352E6D6617F}"/>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cxnSp>
        <p:nvCxnSpPr>
          <p:cNvPr id="89" name="Straight Connector 88">
            <a:extLst>
              <a:ext uri="{FF2B5EF4-FFF2-40B4-BE49-F238E27FC236}">
                <a16:creationId xmlns:a16="http://schemas.microsoft.com/office/drawing/2014/main" id="{000E8D63-E827-790A-519A-B36BFBDEB4B5}"/>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3"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33" name="Group 132">
            <a:extLst>
              <a:ext uri="{FF2B5EF4-FFF2-40B4-BE49-F238E27FC236}">
                <a16:creationId xmlns:a16="http://schemas.microsoft.com/office/drawing/2014/main" id="{A908D1ED-4589-9577-8D42-858F2E0054C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34" name="Group 133">
              <a:extLst>
                <a:ext uri="{FF2B5EF4-FFF2-40B4-BE49-F238E27FC236}">
                  <a16:creationId xmlns:a16="http://schemas.microsoft.com/office/drawing/2014/main" id="{2657C24A-988F-290D-0D82-858C3E574A3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40" name="Group 139">
                <a:extLst>
                  <a:ext uri="{FF2B5EF4-FFF2-40B4-BE49-F238E27FC236}">
                    <a16:creationId xmlns:a16="http://schemas.microsoft.com/office/drawing/2014/main" id="{3AB3F4C6-5635-3075-CCEA-4675932DD4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44" name="Straight Connector 143">
                  <a:extLst>
                    <a:ext uri="{FF2B5EF4-FFF2-40B4-BE49-F238E27FC236}">
                      <a16:creationId xmlns:a16="http://schemas.microsoft.com/office/drawing/2014/main" id="{02F5D12D-62A1-0F12-12B0-572BA5657EF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E47EADA3-585F-FC49-7481-AF5B4DA0939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6" name="Rectangle 30">
                  <a:extLst>
                    <a:ext uri="{FF2B5EF4-FFF2-40B4-BE49-F238E27FC236}">
                      <a16:creationId xmlns:a16="http://schemas.microsoft.com/office/drawing/2014/main" id="{DFB52899-BBD4-527C-5990-88BF84565D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ectangle 30">
                  <a:extLst>
                    <a:ext uri="{FF2B5EF4-FFF2-40B4-BE49-F238E27FC236}">
                      <a16:creationId xmlns:a16="http://schemas.microsoft.com/office/drawing/2014/main" id="{653A3527-A6E3-89A6-71ED-9A7D8EBA4C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1" name="Group 140">
                <a:extLst>
                  <a:ext uri="{FF2B5EF4-FFF2-40B4-BE49-F238E27FC236}">
                    <a16:creationId xmlns:a16="http://schemas.microsoft.com/office/drawing/2014/main" id="{CD03B7A9-CD70-40B9-650E-43C78D4F16F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42" name="Freeform: Shape 141">
                  <a:extLst>
                    <a:ext uri="{FF2B5EF4-FFF2-40B4-BE49-F238E27FC236}">
                      <a16:creationId xmlns:a16="http://schemas.microsoft.com/office/drawing/2014/main" id="{451CBB11-40F3-F130-BA91-6311C58CB1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43" name="Freeform: Shape 142">
                  <a:extLst>
                    <a:ext uri="{FF2B5EF4-FFF2-40B4-BE49-F238E27FC236}">
                      <a16:creationId xmlns:a16="http://schemas.microsoft.com/office/drawing/2014/main" id="{2CCB9535-280C-59F1-2408-AFAD8D1BE2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5" name="Group 134">
              <a:extLst>
                <a:ext uri="{FF2B5EF4-FFF2-40B4-BE49-F238E27FC236}">
                  <a16:creationId xmlns:a16="http://schemas.microsoft.com/office/drawing/2014/main" id="{44493786-0B0A-24D5-26A9-8E820E6AB8F3}"/>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36" name="Group 135">
                <a:extLst>
                  <a:ext uri="{FF2B5EF4-FFF2-40B4-BE49-F238E27FC236}">
                    <a16:creationId xmlns:a16="http://schemas.microsoft.com/office/drawing/2014/main" id="{F66FA07F-4726-2875-B812-6BCC5ABCC25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8" name="Freeform 68">
                  <a:extLst>
                    <a:ext uri="{FF2B5EF4-FFF2-40B4-BE49-F238E27FC236}">
                      <a16:creationId xmlns:a16="http://schemas.microsoft.com/office/drawing/2014/main" id="{A3457F2F-D92C-2F19-7ECB-5110F6A2BB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9" name="Freeform 69">
                  <a:extLst>
                    <a:ext uri="{FF2B5EF4-FFF2-40B4-BE49-F238E27FC236}">
                      <a16:creationId xmlns:a16="http://schemas.microsoft.com/office/drawing/2014/main" id="{6ABA0333-6EC3-6BEF-E476-C0072364AA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37" name="Line 70">
                <a:extLst>
                  <a:ext uri="{FF2B5EF4-FFF2-40B4-BE49-F238E27FC236}">
                    <a16:creationId xmlns:a16="http://schemas.microsoft.com/office/drawing/2014/main" id="{D9E689F1-3CC0-2CE6-27B1-34AA1949B9CB}"/>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6" name="Date Placeholder 3">
            <a:extLst>
              <a:ext uri="{FF2B5EF4-FFF2-40B4-BE49-F238E27FC236}">
                <a16:creationId xmlns:a16="http://schemas.microsoft.com/office/drawing/2014/main" id="{6811096D-7051-CD8E-3C9B-63077216B6FE}"/>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7" name="Footer Placeholder 6">
            <a:extLst>
              <a:ext uri="{FF2B5EF4-FFF2-40B4-BE49-F238E27FC236}">
                <a16:creationId xmlns:a16="http://schemas.microsoft.com/office/drawing/2014/main" id="{83375748-D6D7-A497-C19F-581BC093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31AC1AD6-D101-6CA6-45FC-DC48C0F32DC9}"/>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78445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2968408" y="1187450"/>
            <a:ext cx="6255903" cy="2996901"/>
          </a:xfrm>
        </p:spPr>
        <p:txBody>
          <a:bodyPr>
            <a:noAutofit/>
          </a:bodyPr>
          <a:lstStyle>
            <a:lvl1pPr algn="ctr">
              <a:defRPr sz="4800"/>
            </a:lvl1pPr>
          </a:lstStyle>
          <a:p>
            <a:r>
              <a:rPr lang="en-US" dirty="0"/>
              <a:t>Click to add title</a:t>
            </a:r>
          </a:p>
        </p:txBody>
      </p:sp>
      <p:sp>
        <p:nvSpPr>
          <p:cNvPr id="9" name="Content Placeholder 8">
            <a:extLst>
              <a:ext uri="{FF2B5EF4-FFF2-40B4-BE49-F238E27FC236}">
                <a16:creationId xmlns:a16="http://schemas.microsoft.com/office/drawing/2014/main" id="{1C6B76DB-2767-87C4-10EE-4BBBF2841129}"/>
              </a:ext>
            </a:extLst>
          </p:cNvPr>
          <p:cNvSpPr>
            <a:spLocks noGrp="1"/>
          </p:cNvSpPr>
          <p:nvPr>
            <p:ph sz="quarter" idx="10" hasCustomPrompt="1"/>
          </p:nvPr>
        </p:nvSpPr>
        <p:spPr>
          <a:xfrm>
            <a:off x="2286000" y="4557712"/>
            <a:ext cx="7659688" cy="1639275"/>
          </a:xfrm>
        </p:spPr>
        <p:txBody>
          <a:bodyPr/>
          <a:lstStyle>
            <a:lvl1pPr marL="0" indent="0" algn="ctr" defTabSz="914400" rtl="0" eaLnBrk="1" latinLnBrk="0" hangingPunct="1">
              <a:lnSpc>
                <a:spcPct val="130000"/>
              </a:lnSpc>
              <a:spcBef>
                <a:spcPts val="1000"/>
              </a:spcBef>
              <a:buClr>
                <a:schemeClr val="accent3"/>
              </a:buClr>
              <a:buFont typeface="Arial" panose="020B0604020202020204" pitchFamily="34" charset="0"/>
              <a:buNone/>
              <a:defRPr lang="en-US" sz="1800" kern="1200" cap="all" spc="300" dirty="0" smtClean="0">
                <a:solidFill>
                  <a:schemeClr val="tx1">
                    <a:alpha val="60000"/>
                  </a:schemeClr>
                </a:solidFill>
                <a:latin typeface="+mn-lt"/>
                <a:ea typeface="+mn-ea"/>
                <a:cs typeface="+mn-cs"/>
              </a:defRPr>
            </a:lvl1pPr>
            <a:lvl2pPr marL="360000" indent="0" algn="ctr">
              <a:buFont typeface="Arial" panose="020B0604020202020204" pitchFamily="34" charset="0"/>
              <a:buNone/>
              <a:defRPr/>
            </a:lvl2pPr>
          </a:lstStyle>
          <a:p>
            <a:pPr lvl="0"/>
            <a:r>
              <a:rPr lang="en-US" dirty="0"/>
              <a:t>Click to add text</a:t>
            </a:r>
          </a:p>
          <a:p>
            <a:pPr lvl="1"/>
            <a:endParaRPr lang="en-US" dirty="0"/>
          </a:p>
        </p:txBody>
      </p:sp>
      <p:grpSp>
        <p:nvGrpSpPr>
          <p:cNvPr id="3" name="Group 2">
            <a:extLst>
              <a:ext uri="{FF2B5EF4-FFF2-40B4-BE49-F238E27FC236}">
                <a16:creationId xmlns:a16="http://schemas.microsoft.com/office/drawing/2014/main" id="{99F4A9DA-0E0F-BB15-37FE-7C47230AF41A}"/>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4" name="Group 3">
              <a:extLst>
                <a:ext uri="{FF2B5EF4-FFF2-40B4-BE49-F238E27FC236}">
                  <a16:creationId xmlns:a16="http://schemas.microsoft.com/office/drawing/2014/main" id="{A6D7EE9A-A325-1078-BB60-9FC75CAEB6E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38" name="Freeform 64">
                <a:extLst>
                  <a:ext uri="{FF2B5EF4-FFF2-40B4-BE49-F238E27FC236}">
                    <a16:creationId xmlns:a16="http://schemas.microsoft.com/office/drawing/2014/main" id="{E3B36E34-9750-EC15-036F-4B675C295AB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1">
                <a:extLst>
                  <a:ext uri="{FF2B5EF4-FFF2-40B4-BE49-F238E27FC236}">
                    <a16:creationId xmlns:a16="http://schemas.microsoft.com/office/drawing/2014/main" id="{06586384-27A4-246C-E62A-33558F884F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0" name="Freeform 61">
                <a:extLst>
                  <a:ext uri="{FF2B5EF4-FFF2-40B4-BE49-F238E27FC236}">
                    <a16:creationId xmlns:a16="http://schemas.microsoft.com/office/drawing/2014/main" id="{5AA0A056-987B-0766-D8E8-C8D89A7EC7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1" name="Freeform 78">
                <a:extLst>
                  <a:ext uri="{FF2B5EF4-FFF2-40B4-BE49-F238E27FC236}">
                    <a16:creationId xmlns:a16="http://schemas.microsoft.com/office/drawing/2014/main" id="{B8359D64-1AAE-C3D6-1AEB-701A902686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2" name="Freeform 84">
                <a:extLst>
                  <a:ext uri="{FF2B5EF4-FFF2-40B4-BE49-F238E27FC236}">
                    <a16:creationId xmlns:a16="http://schemas.microsoft.com/office/drawing/2014/main" id="{40C577F2-9B8C-9987-0FDA-0B46E995AE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3" name="Freeform 87">
                <a:extLst>
                  <a:ext uri="{FF2B5EF4-FFF2-40B4-BE49-F238E27FC236}">
                    <a16:creationId xmlns:a16="http://schemas.microsoft.com/office/drawing/2014/main" id="{E4A8A441-14F2-1181-7C03-9AF4D75DE0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4" name="Freeform 60">
                <a:extLst>
                  <a:ext uri="{FF2B5EF4-FFF2-40B4-BE49-F238E27FC236}">
                    <a16:creationId xmlns:a16="http://schemas.microsoft.com/office/drawing/2014/main" id="{3A0F5B06-DAD1-414A-4045-AC177880096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5" name="Freeform 59">
                <a:extLst>
                  <a:ext uri="{FF2B5EF4-FFF2-40B4-BE49-F238E27FC236}">
                    <a16:creationId xmlns:a16="http://schemas.microsoft.com/office/drawing/2014/main" id="{6EAB1EB7-4688-82CC-051F-DB66DE38B8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6" name="Freeform 62">
                <a:extLst>
                  <a:ext uri="{FF2B5EF4-FFF2-40B4-BE49-F238E27FC236}">
                    <a16:creationId xmlns:a16="http://schemas.microsoft.com/office/drawing/2014/main" id="{A9AB2401-8BD6-D082-7D34-198A6545D1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7" name="Freeform 65">
                <a:extLst>
                  <a:ext uri="{FF2B5EF4-FFF2-40B4-BE49-F238E27FC236}">
                    <a16:creationId xmlns:a16="http://schemas.microsoft.com/office/drawing/2014/main" id="{3A90FDBC-4B7A-EDE5-0D04-338D0D4465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79">
                <a:extLst>
                  <a:ext uri="{FF2B5EF4-FFF2-40B4-BE49-F238E27FC236}">
                    <a16:creationId xmlns:a16="http://schemas.microsoft.com/office/drawing/2014/main" id="{A8D3C6B9-6FD6-25DA-E318-38517D172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9" name="Freeform 82">
                <a:extLst>
                  <a:ext uri="{FF2B5EF4-FFF2-40B4-BE49-F238E27FC236}">
                    <a16:creationId xmlns:a16="http://schemas.microsoft.com/office/drawing/2014/main" id="{7B45605F-50DD-B936-79D0-4D5D3DCCF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0" name="Freeform 85">
                <a:extLst>
                  <a:ext uri="{FF2B5EF4-FFF2-40B4-BE49-F238E27FC236}">
                    <a16:creationId xmlns:a16="http://schemas.microsoft.com/office/drawing/2014/main" id="{AA2CCC3A-D444-734A-6925-577856500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88">
                <a:extLst>
                  <a:ext uri="{FF2B5EF4-FFF2-40B4-BE49-F238E27FC236}">
                    <a16:creationId xmlns:a16="http://schemas.microsoft.com/office/drawing/2014/main" id="{A2BD9A0D-1346-B3F5-7383-79EB805ABD5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2" name="Group 51">
                <a:extLst>
                  <a:ext uri="{FF2B5EF4-FFF2-40B4-BE49-F238E27FC236}">
                    <a16:creationId xmlns:a16="http://schemas.microsoft.com/office/drawing/2014/main" id="{16EB22E5-C3DE-A015-B732-9C99977BB7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3" name="Line 63">
                  <a:extLst>
                    <a:ext uri="{FF2B5EF4-FFF2-40B4-BE49-F238E27FC236}">
                      <a16:creationId xmlns:a16="http://schemas.microsoft.com/office/drawing/2014/main" id="{93CF15FE-A466-3FBE-1E87-307BF004FC3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 name="Line 66">
                  <a:extLst>
                    <a:ext uri="{FF2B5EF4-FFF2-40B4-BE49-F238E27FC236}">
                      <a16:creationId xmlns:a16="http://schemas.microsoft.com/office/drawing/2014/main" id="{3C84471E-53D8-C7CA-359C-EA3D084335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 name="Line 67">
                  <a:extLst>
                    <a:ext uri="{FF2B5EF4-FFF2-40B4-BE49-F238E27FC236}">
                      <a16:creationId xmlns:a16="http://schemas.microsoft.com/office/drawing/2014/main" id="{BC3DC9EB-7ADF-8A40-A0B1-806A49FDD1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 name="Line 80">
                  <a:extLst>
                    <a:ext uri="{FF2B5EF4-FFF2-40B4-BE49-F238E27FC236}">
                      <a16:creationId xmlns:a16="http://schemas.microsoft.com/office/drawing/2014/main" id="{A9814A17-E78A-F4E9-E11C-91D474D977B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Line 83">
                  <a:extLst>
                    <a:ext uri="{FF2B5EF4-FFF2-40B4-BE49-F238E27FC236}">
                      <a16:creationId xmlns:a16="http://schemas.microsoft.com/office/drawing/2014/main" id="{317CBEE3-C973-721D-F6E1-B01AB38460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 name="Line 86">
                  <a:extLst>
                    <a:ext uri="{FF2B5EF4-FFF2-40B4-BE49-F238E27FC236}">
                      <a16:creationId xmlns:a16="http://schemas.microsoft.com/office/drawing/2014/main" id="{B94FEC87-B417-D6A3-C64B-28FBFF77E6B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 name="Line 89">
                  <a:extLst>
                    <a:ext uri="{FF2B5EF4-FFF2-40B4-BE49-F238E27FC236}">
                      <a16:creationId xmlns:a16="http://schemas.microsoft.com/office/drawing/2014/main" id="{E06EF271-57E5-EEF4-D040-2024C9C5E2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 name="Group 4">
              <a:extLst>
                <a:ext uri="{FF2B5EF4-FFF2-40B4-BE49-F238E27FC236}">
                  <a16:creationId xmlns:a16="http://schemas.microsoft.com/office/drawing/2014/main" id="{8B6F3B2D-71C3-22D2-3FE7-AEB56473B0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30" name="Group 29">
                <a:extLst>
                  <a:ext uri="{FF2B5EF4-FFF2-40B4-BE49-F238E27FC236}">
                    <a16:creationId xmlns:a16="http://schemas.microsoft.com/office/drawing/2014/main" id="{97575CCE-8AB7-7F62-6647-54A79E708F6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17ABC5D-B6B9-F1AF-A5E6-4E86BF39735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90BB42-FD51-C2C9-345D-87DED4AC79F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385D3C2A-6509-6882-27B6-96C87422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0">
                  <a:extLst>
                    <a:ext uri="{FF2B5EF4-FFF2-40B4-BE49-F238E27FC236}">
                      <a16:creationId xmlns:a16="http://schemas.microsoft.com/office/drawing/2014/main" id="{4BF0830E-092E-8582-FD37-25EBB95D93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C380A303-EA12-90C6-733E-C85628E6E95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31">
                  <a:extLst>
                    <a:ext uri="{FF2B5EF4-FFF2-40B4-BE49-F238E27FC236}">
                      <a16:creationId xmlns:a16="http://schemas.microsoft.com/office/drawing/2014/main" id="{641257D7-35B4-17E4-164F-621D979A03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33" name="Freeform: Shape 32">
                  <a:extLst>
                    <a:ext uri="{FF2B5EF4-FFF2-40B4-BE49-F238E27FC236}">
                      <a16:creationId xmlns:a16="http://schemas.microsoft.com/office/drawing/2014/main" id="{6F3910AB-8CA8-F456-4738-9F48854BD06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7" name="Group 16">
              <a:extLst>
                <a:ext uri="{FF2B5EF4-FFF2-40B4-BE49-F238E27FC236}">
                  <a16:creationId xmlns:a16="http://schemas.microsoft.com/office/drawing/2014/main" id="{B586CB42-F5B6-83EC-94BC-143860A116A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9" name="Group 18">
                <a:extLst>
                  <a:ext uri="{FF2B5EF4-FFF2-40B4-BE49-F238E27FC236}">
                    <a16:creationId xmlns:a16="http://schemas.microsoft.com/office/drawing/2014/main" id="{635060AB-ED2F-208F-81B5-BEB45F802FA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27" name="Freeform 68">
                  <a:extLst>
                    <a:ext uri="{FF2B5EF4-FFF2-40B4-BE49-F238E27FC236}">
                      <a16:creationId xmlns:a16="http://schemas.microsoft.com/office/drawing/2014/main" id="{6E687AEB-A199-BAD0-2E9A-3ACBFE2841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9">
                  <a:extLst>
                    <a:ext uri="{FF2B5EF4-FFF2-40B4-BE49-F238E27FC236}">
                      <a16:creationId xmlns:a16="http://schemas.microsoft.com/office/drawing/2014/main" id="{DAFE85D5-581E-A320-6774-95E0233C56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Line 70">
                  <a:extLst>
                    <a:ext uri="{FF2B5EF4-FFF2-40B4-BE49-F238E27FC236}">
                      <a16:creationId xmlns:a16="http://schemas.microsoft.com/office/drawing/2014/main" id="{7270347A-DB8B-CFEA-D5B1-DBC3659BBE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1" name="Group 20">
                <a:extLst>
                  <a:ext uri="{FF2B5EF4-FFF2-40B4-BE49-F238E27FC236}">
                    <a16:creationId xmlns:a16="http://schemas.microsoft.com/office/drawing/2014/main" id="{21965131-3F3E-E213-B710-81D71722A97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2" name="Freeform 68">
                  <a:extLst>
                    <a:ext uri="{FF2B5EF4-FFF2-40B4-BE49-F238E27FC236}">
                      <a16:creationId xmlns:a16="http://schemas.microsoft.com/office/drawing/2014/main" id="{A3D07104-0A30-F679-34AF-C21FD6FACE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 name="Freeform 69">
                  <a:extLst>
                    <a:ext uri="{FF2B5EF4-FFF2-40B4-BE49-F238E27FC236}">
                      <a16:creationId xmlns:a16="http://schemas.microsoft.com/office/drawing/2014/main" id="{B13E5798-2DCB-9131-C54F-6F0D08D86F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5" name="Line 70">
                  <a:extLst>
                    <a:ext uri="{FF2B5EF4-FFF2-40B4-BE49-F238E27FC236}">
                      <a16:creationId xmlns:a16="http://schemas.microsoft.com/office/drawing/2014/main" id="{2F125324-9871-5BDF-13D3-6E4113AFD0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grpSp>
        <p:nvGrpSpPr>
          <p:cNvPr id="60" name="Group 59">
            <a:extLst>
              <a:ext uri="{FF2B5EF4-FFF2-40B4-BE49-F238E27FC236}">
                <a16:creationId xmlns:a16="http://schemas.microsoft.com/office/drawing/2014/main" id="{BE0CCD1F-2B54-D361-E053-5FF87DD59BCE}"/>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61" name="Group 60">
              <a:extLst>
                <a:ext uri="{FF2B5EF4-FFF2-40B4-BE49-F238E27FC236}">
                  <a16:creationId xmlns:a16="http://schemas.microsoft.com/office/drawing/2014/main" id="{B3F3EEBC-EBC4-0038-38A9-A494FED7A6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80" name="Freeform 64">
                <a:extLst>
                  <a:ext uri="{FF2B5EF4-FFF2-40B4-BE49-F238E27FC236}">
                    <a16:creationId xmlns:a16="http://schemas.microsoft.com/office/drawing/2014/main" id="{581DA3CF-C0A0-8E1A-B2CA-B465ACA6C8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1" name="Freeform 81">
                <a:extLst>
                  <a:ext uri="{FF2B5EF4-FFF2-40B4-BE49-F238E27FC236}">
                    <a16:creationId xmlns:a16="http://schemas.microsoft.com/office/drawing/2014/main" id="{DB32943F-D66E-F068-1ECE-FF375616F2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2" name="Freeform 61">
                <a:extLst>
                  <a:ext uri="{FF2B5EF4-FFF2-40B4-BE49-F238E27FC236}">
                    <a16:creationId xmlns:a16="http://schemas.microsoft.com/office/drawing/2014/main" id="{3B13BE8F-A9CD-C462-43E9-D182FCF05E2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3" name="Freeform 78">
                <a:extLst>
                  <a:ext uri="{FF2B5EF4-FFF2-40B4-BE49-F238E27FC236}">
                    <a16:creationId xmlns:a16="http://schemas.microsoft.com/office/drawing/2014/main" id="{F75852E9-400B-CA0A-4A1A-0B754AE00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4" name="Freeform 84">
                <a:extLst>
                  <a:ext uri="{FF2B5EF4-FFF2-40B4-BE49-F238E27FC236}">
                    <a16:creationId xmlns:a16="http://schemas.microsoft.com/office/drawing/2014/main" id="{1D8ECB49-B6E6-DA8C-61EE-CB6BB20FF4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5" name="Freeform 87">
                <a:extLst>
                  <a:ext uri="{FF2B5EF4-FFF2-40B4-BE49-F238E27FC236}">
                    <a16:creationId xmlns:a16="http://schemas.microsoft.com/office/drawing/2014/main" id="{53A3DB70-240A-ADEB-E7B2-84B3837F44D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6" name="Freeform 60">
                <a:extLst>
                  <a:ext uri="{FF2B5EF4-FFF2-40B4-BE49-F238E27FC236}">
                    <a16:creationId xmlns:a16="http://schemas.microsoft.com/office/drawing/2014/main" id="{9B713D37-E240-145B-9C3E-F8D262CF7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59">
                <a:extLst>
                  <a:ext uri="{FF2B5EF4-FFF2-40B4-BE49-F238E27FC236}">
                    <a16:creationId xmlns:a16="http://schemas.microsoft.com/office/drawing/2014/main" id="{17B81BF5-2C3A-46BE-E721-022FD3C1F46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Freeform 62">
                <a:extLst>
                  <a:ext uri="{FF2B5EF4-FFF2-40B4-BE49-F238E27FC236}">
                    <a16:creationId xmlns:a16="http://schemas.microsoft.com/office/drawing/2014/main" id="{2885C111-E5DD-8443-FE17-0569B46EC8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9" name="Freeform 65">
                <a:extLst>
                  <a:ext uri="{FF2B5EF4-FFF2-40B4-BE49-F238E27FC236}">
                    <a16:creationId xmlns:a16="http://schemas.microsoft.com/office/drawing/2014/main" id="{029DD684-1B88-2889-DA3A-5870D67614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0" name="Freeform 79">
                <a:extLst>
                  <a:ext uri="{FF2B5EF4-FFF2-40B4-BE49-F238E27FC236}">
                    <a16:creationId xmlns:a16="http://schemas.microsoft.com/office/drawing/2014/main" id="{3C566D20-0174-75CC-D855-AB274699D8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1" name="Freeform 82">
                <a:extLst>
                  <a:ext uri="{FF2B5EF4-FFF2-40B4-BE49-F238E27FC236}">
                    <a16:creationId xmlns:a16="http://schemas.microsoft.com/office/drawing/2014/main" id="{36A8E32A-151B-A3D3-49DE-6008D6C45F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2" name="Freeform 85">
                <a:extLst>
                  <a:ext uri="{FF2B5EF4-FFF2-40B4-BE49-F238E27FC236}">
                    <a16:creationId xmlns:a16="http://schemas.microsoft.com/office/drawing/2014/main" id="{76E7A491-283C-6A17-EB8C-B02383E9A2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3" name="Freeform 88">
                <a:extLst>
                  <a:ext uri="{FF2B5EF4-FFF2-40B4-BE49-F238E27FC236}">
                    <a16:creationId xmlns:a16="http://schemas.microsoft.com/office/drawing/2014/main" id="{E91E0A05-94DE-D7F7-3A60-DEA330713B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94" name="Group 93">
                <a:extLst>
                  <a:ext uri="{FF2B5EF4-FFF2-40B4-BE49-F238E27FC236}">
                    <a16:creationId xmlns:a16="http://schemas.microsoft.com/office/drawing/2014/main" id="{FF3DE174-682A-6361-8639-CDA2D81AA0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95" name="Line 63">
                  <a:extLst>
                    <a:ext uri="{FF2B5EF4-FFF2-40B4-BE49-F238E27FC236}">
                      <a16:creationId xmlns:a16="http://schemas.microsoft.com/office/drawing/2014/main" id="{2234DE9F-CB30-6186-5B72-493836DF141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6" name="Line 66">
                  <a:extLst>
                    <a:ext uri="{FF2B5EF4-FFF2-40B4-BE49-F238E27FC236}">
                      <a16:creationId xmlns:a16="http://schemas.microsoft.com/office/drawing/2014/main" id="{DAF283E5-22FA-93DD-FB58-AA9A0424C9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7" name="Line 67">
                  <a:extLst>
                    <a:ext uri="{FF2B5EF4-FFF2-40B4-BE49-F238E27FC236}">
                      <a16:creationId xmlns:a16="http://schemas.microsoft.com/office/drawing/2014/main" id="{CE496269-4163-B3BB-A9E1-56F00C65A0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8" name="Line 80">
                  <a:extLst>
                    <a:ext uri="{FF2B5EF4-FFF2-40B4-BE49-F238E27FC236}">
                      <a16:creationId xmlns:a16="http://schemas.microsoft.com/office/drawing/2014/main" id="{90179A3F-210B-6566-A4A2-F50DAB4E89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9" name="Line 83">
                  <a:extLst>
                    <a:ext uri="{FF2B5EF4-FFF2-40B4-BE49-F238E27FC236}">
                      <a16:creationId xmlns:a16="http://schemas.microsoft.com/office/drawing/2014/main" id="{772AEF66-4E36-6C46-BEE9-2E18CDC2AE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0" name="Line 86">
                  <a:extLst>
                    <a:ext uri="{FF2B5EF4-FFF2-40B4-BE49-F238E27FC236}">
                      <a16:creationId xmlns:a16="http://schemas.microsoft.com/office/drawing/2014/main" id="{258703F6-E13A-5C69-B4D3-DE791D24F1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1" name="Line 89">
                  <a:extLst>
                    <a:ext uri="{FF2B5EF4-FFF2-40B4-BE49-F238E27FC236}">
                      <a16:creationId xmlns:a16="http://schemas.microsoft.com/office/drawing/2014/main" id="{EEC221A3-F3A0-F165-B37C-BF65A34237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62" name="Group 61">
              <a:extLst>
                <a:ext uri="{FF2B5EF4-FFF2-40B4-BE49-F238E27FC236}">
                  <a16:creationId xmlns:a16="http://schemas.microsoft.com/office/drawing/2014/main" id="{E1BE042E-E49B-4A5F-357E-8DB2C56DDBD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72" name="Group 71">
                <a:extLst>
                  <a:ext uri="{FF2B5EF4-FFF2-40B4-BE49-F238E27FC236}">
                    <a16:creationId xmlns:a16="http://schemas.microsoft.com/office/drawing/2014/main" id="{C166BC29-F4E6-A651-BD21-70A8B85B4D3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76" name="Straight Connector 75">
                  <a:extLst>
                    <a:ext uri="{FF2B5EF4-FFF2-40B4-BE49-F238E27FC236}">
                      <a16:creationId xmlns:a16="http://schemas.microsoft.com/office/drawing/2014/main" id="{6002A7A7-B4BB-9C4C-3948-E72F7F44D1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F73A36C-4216-A151-D845-77BCCDC9E71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8" name="Rectangle 30">
                  <a:extLst>
                    <a:ext uri="{FF2B5EF4-FFF2-40B4-BE49-F238E27FC236}">
                      <a16:creationId xmlns:a16="http://schemas.microsoft.com/office/drawing/2014/main" id="{5BBF4110-E046-056F-4D58-8896610108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30">
                  <a:extLst>
                    <a:ext uri="{FF2B5EF4-FFF2-40B4-BE49-F238E27FC236}">
                      <a16:creationId xmlns:a16="http://schemas.microsoft.com/office/drawing/2014/main" id="{809EE42A-5648-154F-432A-D9F3570862D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3" name="Group 72">
                <a:extLst>
                  <a:ext uri="{FF2B5EF4-FFF2-40B4-BE49-F238E27FC236}">
                    <a16:creationId xmlns:a16="http://schemas.microsoft.com/office/drawing/2014/main" id="{A783DC31-F0EF-CF42-ED90-75B1ABD16C4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74" name="Freeform: Shape 73">
                  <a:extLst>
                    <a:ext uri="{FF2B5EF4-FFF2-40B4-BE49-F238E27FC236}">
                      <a16:creationId xmlns:a16="http://schemas.microsoft.com/office/drawing/2014/main" id="{798C938D-4846-6187-1846-8DF73B4DD1D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75" name="Freeform: Shape 74">
                  <a:extLst>
                    <a:ext uri="{FF2B5EF4-FFF2-40B4-BE49-F238E27FC236}">
                      <a16:creationId xmlns:a16="http://schemas.microsoft.com/office/drawing/2014/main" id="{E52F3A13-6583-B19D-8326-EDCA4E9994D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63" name="Group 62">
              <a:extLst>
                <a:ext uri="{FF2B5EF4-FFF2-40B4-BE49-F238E27FC236}">
                  <a16:creationId xmlns:a16="http://schemas.microsoft.com/office/drawing/2014/main" id="{0AC02D64-2157-DCA3-9D5E-57703AAB781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64" name="Group 63">
                <a:extLst>
                  <a:ext uri="{FF2B5EF4-FFF2-40B4-BE49-F238E27FC236}">
                    <a16:creationId xmlns:a16="http://schemas.microsoft.com/office/drawing/2014/main" id="{7EDD009B-AFCE-7C90-EDC0-4823F23EA1A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69" name="Freeform 68">
                  <a:extLst>
                    <a:ext uri="{FF2B5EF4-FFF2-40B4-BE49-F238E27FC236}">
                      <a16:creationId xmlns:a16="http://schemas.microsoft.com/office/drawing/2014/main" id="{8DCD1D20-6F7B-2005-233C-448F727696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9">
                  <a:extLst>
                    <a:ext uri="{FF2B5EF4-FFF2-40B4-BE49-F238E27FC236}">
                      <a16:creationId xmlns:a16="http://schemas.microsoft.com/office/drawing/2014/main" id="{C701A3C9-3B53-4238-2638-1B8BA0EC5F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Line 70">
                  <a:extLst>
                    <a:ext uri="{FF2B5EF4-FFF2-40B4-BE49-F238E27FC236}">
                      <a16:creationId xmlns:a16="http://schemas.microsoft.com/office/drawing/2014/main" id="{36AC7693-785F-3C83-9A64-E6039FA0E0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5" name="Group 64">
                <a:extLst>
                  <a:ext uri="{FF2B5EF4-FFF2-40B4-BE49-F238E27FC236}">
                    <a16:creationId xmlns:a16="http://schemas.microsoft.com/office/drawing/2014/main" id="{CF359D63-C81D-206A-44F3-F1273C0708F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66" name="Freeform 68">
                  <a:extLst>
                    <a:ext uri="{FF2B5EF4-FFF2-40B4-BE49-F238E27FC236}">
                      <a16:creationId xmlns:a16="http://schemas.microsoft.com/office/drawing/2014/main" id="{220AC73E-818C-B36C-CBD0-B0B5802981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69">
                  <a:extLst>
                    <a:ext uri="{FF2B5EF4-FFF2-40B4-BE49-F238E27FC236}">
                      <a16:creationId xmlns:a16="http://schemas.microsoft.com/office/drawing/2014/main" id="{E5255418-4DCC-DA3A-8A94-1E4253DD4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Line 70">
                  <a:extLst>
                    <a:ext uri="{FF2B5EF4-FFF2-40B4-BE49-F238E27FC236}">
                      <a16:creationId xmlns:a16="http://schemas.microsoft.com/office/drawing/2014/main" id="{81D8F951-4C97-BFA4-4434-DCEC72D59E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cxnSp>
        <p:nvCxnSpPr>
          <p:cNvPr id="107" name="Straight Connector 106">
            <a:extLst>
              <a:ext uri="{FF2B5EF4-FFF2-40B4-BE49-F238E27FC236}">
                <a16:creationId xmlns:a16="http://schemas.microsoft.com/office/drawing/2014/main" id="{3784D93E-84DF-A671-0102-F4445B9DB2A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43775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3031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7630301" y="533292"/>
            <a:ext cx="4132469" cy="2213542"/>
          </a:xfrm>
        </p:spPr>
        <p:txBody>
          <a:bodyPr>
            <a:noAutofit/>
          </a:bodyPr>
          <a:lstStyle>
            <a:lvl1pPr algn="ctr">
              <a:defRPr sz="3600"/>
            </a:lvl1pPr>
          </a:lstStyle>
          <a:p>
            <a:r>
              <a:rPr lang="en-US" dirty="0"/>
              <a:t>Click to add title</a:t>
            </a:r>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98061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oup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97" name="Group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5" name="Group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oup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87" name="Group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47" name="Group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oup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Straight Connector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6" name="Group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48" name="Group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oup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9" name="Group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50" name="Group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oup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152" name="Group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Straight Connector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nvGrpSpPr>
            <p:cNvPr id="96" name="Group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oup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38" name="Group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8" name="Group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oup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Straight Connector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7" name="Group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99" name="Group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oup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0" name="Group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1" name="Group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oup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103" name="Group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Straight Connector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sp>
        <p:nvSpPr>
          <p:cNvPr id="4" name="Content Placeholder 3">
            <a:extLst>
              <a:ext uri="{FF2B5EF4-FFF2-40B4-BE49-F238E27FC236}">
                <a16:creationId xmlns:a16="http://schemas.microsoft.com/office/drawing/2014/main" id="{8F8E5FA1-697B-6FB5-4F63-346DF5F17039}"/>
              </a:ext>
            </a:extLst>
          </p:cNvPr>
          <p:cNvSpPr>
            <a:spLocks noGrp="1"/>
          </p:cNvSpPr>
          <p:nvPr>
            <p:ph sz="quarter" idx="15" hasCustomPrompt="1"/>
          </p:nvPr>
        </p:nvSpPr>
        <p:spPr>
          <a:xfrm>
            <a:off x="7630067" y="3219450"/>
            <a:ext cx="4128934" cy="3092780"/>
          </a:xfrm>
        </p:spPr>
        <p:txBody>
          <a:bodyPr/>
          <a:lstStyle>
            <a:lvl1pPr marL="0" indent="0" algn="ctr">
              <a:buNone/>
              <a:defRPr lang="en-US" sz="2000" kern="1200" spc="50" dirty="0" smtClean="0">
                <a:solidFill>
                  <a:schemeClr val="tx1">
                    <a:alpha val="60000"/>
                  </a:schemeClr>
                </a:solidFill>
                <a:latin typeface="+mn-lt"/>
                <a:ea typeface="+mn-ea"/>
                <a:cs typeface="Calibri"/>
              </a:defRPr>
            </a:lvl1pPr>
            <a:lvl2pPr marL="360000" indent="0">
              <a:buNone/>
              <a:defRPr lang="en-US" sz="2000" kern="1200" spc="50" dirty="0" smtClean="0">
                <a:solidFill>
                  <a:schemeClr val="tx1">
                    <a:alpha val="60000"/>
                  </a:schemeClr>
                </a:solidFill>
                <a:latin typeface="+mn-lt"/>
                <a:ea typeface="+mn-ea"/>
                <a:cs typeface="Calibri"/>
              </a:defRPr>
            </a:lvl2pPr>
            <a:lvl3pPr marL="720000" indent="0">
              <a:buNone/>
              <a:defRPr lang="en-US" sz="2000" kern="1200" spc="50" dirty="0" smtClean="0">
                <a:solidFill>
                  <a:schemeClr val="tx1">
                    <a:alpha val="60000"/>
                  </a:schemeClr>
                </a:solidFill>
                <a:latin typeface="+mn-lt"/>
                <a:ea typeface="+mn-ea"/>
                <a:cs typeface="Calibri"/>
              </a:defRPr>
            </a:lvl3pPr>
            <a:lvl4pPr marL="1080000" indent="0">
              <a:buNone/>
              <a:defRPr lang="en-US" sz="2000" kern="1200" spc="50" dirty="0" smtClean="0">
                <a:solidFill>
                  <a:schemeClr val="tx1">
                    <a:alpha val="60000"/>
                  </a:schemeClr>
                </a:solidFill>
                <a:latin typeface="+mn-lt"/>
                <a:ea typeface="+mn-ea"/>
                <a:cs typeface="Calibri"/>
              </a:defRPr>
            </a:lvl4pPr>
            <a:lvl5pPr marL="1440000" indent="0">
              <a:buNone/>
              <a:defRPr lang="en-US" sz="2000" kern="1200" spc="50" dirty="0">
                <a:solidFill>
                  <a:schemeClr val="tx1">
                    <a:alpha val="60000"/>
                  </a:schemeClr>
                </a:solidFill>
                <a:latin typeface="+mn-lt"/>
                <a:ea typeface="+mn-ea"/>
                <a:cs typeface="Calibri"/>
              </a:defRPr>
            </a:lvl5pPr>
          </a:lstStyle>
          <a:p>
            <a:pPr lvl="0"/>
            <a:r>
              <a:rPr lang="en-US" dirty="0"/>
              <a:t>Click to add text</a:t>
            </a:r>
          </a:p>
        </p:txBody>
      </p:sp>
    </p:spTree>
    <p:extLst>
      <p:ext uri="{BB962C8B-B14F-4D97-AF65-F5344CB8AC3E}">
        <p14:creationId xmlns:p14="http://schemas.microsoft.com/office/powerpoint/2010/main" val="11894668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298564"/>
            <a:ext cx="4650901" cy="6260873"/>
          </a:xfrm>
        </p:spPr>
        <p:txBody>
          <a:bodyPr anchor="ctr">
            <a:noAutofit/>
          </a:bodyPr>
          <a:lstStyle>
            <a:lvl1pPr algn="ctr">
              <a:defRPr sz="6000"/>
            </a:lvl1pPr>
          </a:lstStyle>
          <a:p>
            <a:r>
              <a:rPr lang="en-US" dirty="0"/>
              <a:t>Click to add title</a:t>
            </a:r>
          </a:p>
        </p:txBody>
      </p:sp>
      <p:grpSp>
        <p:nvGrpSpPr>
          <p:cNvPr id="6" name="Group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42291223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Subtitl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alpha val="20000"/>
                </a:schemeClr>
              </a:solidFill>
            </a:endParaRPr>
          </a:p>
        </p:txBody>
      </p:sp>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462643" y="995761"/>
            <a:ext cx="5160757" cy="2972990"/>
          </a:xfrm>
        </p:spPr>
        <p:txBody>
          <a:bodyPr>
            <a:noAutofit/>
          </a:bodyPr>
          <a:lstStyle>
            <a:lvl1pPr algn="ctr">
              <a:defRPr sz="4800"/>
            </a:lvl1pPr>
          </a:lstStyle>
          <a:p>
            <a:r>
              <a:rPr lang="en-US" dirty="0"/>
              <a:t>Click to add title</a:t>
            </a:r>
          </a:p>
        </p:txBody>
      </p:sp>
      <p:sp>
        <p:nvSpPr>
          <p:cNvPr id="20" name="Subtitle 7">
            <a:extLst>
              <a:ext uri="{FF2B5EF4-FFF2-40B4-BE49-F238E27FC236}">
                <a16:creationId xmlns:a16="http://schemas.microsoft.com/office/drawing/2014/main" id="{C2777538-58E6-494C-A27B-B70346B0F395}"/>
              </a:ext>
            </a:extLst>
          </p:cNvPr>
          <p:cNvSpPr>
            <a:spLocks noGrp="1"/>
          </p:cNvSpPr>
          <p:nvPr>
            <p:ph type="subTitle" idx="1" hasCustomPrompt="1"/>
          </p:nvPr>
        </p:nvSpPr>
        <p:spPr>
          <a:xfrm>
            <a:off x="462643" y="4081727"/>
            <a:ext cx="5160757" cy="1780513"/>
          </a:xfrm>
        </p:spPr>
        <p:txBody>
          <a:bodyPr anchor="t" anchorCtr="0">
            <a:noAutofit/>
          </a:bodyPr>
          <a:lstStyle>
            <a:lvl1pPr marL="0" indent="0" algn="ctr">
              <a:buNone/>
              <a:defRPr lang="en-US" sz="1800" kern="1200" cap="all" spc="300" dirty="0">
                <a:solidFill>
                  <a:schemeClr val="tx1">
                    <a:alpha val="60000"/>
                  </a:schemeClr>
                </a:solidFill>
                <a:latin typeface="+mn-lt"/>
                <a:ea typeface="+mn-ea"/>
                <a:cs typeface="+mn-cs"/>
              </a:defRPr>
            </a:lvl1pPr>
          </a:lstStyle>
          <a:p>
            <a:r>
              <a:rPr lang="en-US" dirty="0">
                <a:cs typeface="Calibri"/>
              </a:rPr>
              <a:t>Click to add subtitle</a:t>
            </a:r>
            <a:endParaRPr lang="en-US" dirty="0"/>
          </a:p>
        </p:txBody>
      </p:sp>
      <p:grpSp>
        <p:nvGrpSpPr>
          <p:cNvPr id="4" name="Group 3">
            <a:extLst>
              <a:ext uri="{FF2B5EF4-FFF2-40B4-BE49-F238E27FC236}">
                <a16:creationId xmlns:a16="http://schemas.microsoft.com/office/drawing/2014/main" id="{741D5DFE-8F3F-B784-41B0-31F1C534B8CF}"/>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1939998" y="5634038"/>
            <a:ext cx="2216150" cy="1177924"/>
            <a:chOff x="4987925" y="2840038"/>
            <a:chExt cx="2216150" cy="1177924"/>
          </a:xfrm>
        </p:grpSpPr>
        <p:sp>
          <p:nvSpPr>
            <p:cNvPr id="5" name="Rectangle 4">
              <a:extLst>
                <a:ext uri="{FF2B5EF4-FFF2-40B4-BE49-F238E27FC236}">
                  <a16:creationId xmlns:a16="http://schemas.microsoft.com/office/drawing/2014/main" id="{C78FF8C9-13C5-56E2-15F0-726312FF5E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14867E99-B662-B6E9-E6E5-C3407AF4191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9" name="Group 18">
                <a:extLst>
                  <a:ext uri="{FF2B5EF4-FFF2-40B4-BE49-F238E27FC236}">
                    <a16:creationId xmlns:a16="http://schemas.microsoft.com/office/drawing/2014/main" id="{17278895-DA26-C127-87C0-697FD9488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7" name="Freeform 68">
                  <a:extLst>
                    <a:ext uri="{FF2B5EF4-FFF2-40B4-BE49-F238E27FC236}">
                      <a16:creationId xmlns:a16="http://schemas.microsoft.com/office/drawing/2014/main" id="{830A98F7-AE8F-57AF-4A98-D9FDD5E348E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9">
                  <a:extLst>
                    <a:ext uri="{FF2B5EF4-FFF2-40B4-BE49-F238E27FC236}">
                      <a16:creationId xmlns:a16="http://schemas.microsoft.com/office/drawing/2014/main" id="{04E85AAB-DBFC-9EFB-0839-BD3BF907CB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Line 70">
                  <a:extLst>
                    <a:ext uri="{FF2B5EF4-FFF2-40B4-BE49-F238E27FC236}">
                      <a16:creationId xmlns:a16="http://schemas.microsoft.com/office/drawing/2014/main" id="{FB82D752-7675-919F-1F4E-A662D638CA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1" name="Group 20">
                <a:extLst>
                  <a:ext uri="{FF2B5EF4-FFF2-40B4-BE49-F238E27FC236}">
                    <a16:creationId xmlns:a16="http://schemas.microsoft.com/office/drawing/2014/main" id="{2315DAC7-8F1F-7516-6093-EF240456E26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2" name="Freeform 68">
                  <a:extLst>
                    <a:ext uri="{FF2B5EF4-FFF2-40B4-BE49-F238E27FC236}">
                      <a16:creationId xmlns:a16="http://schemas.microsoft.com/office/drawing/2014/main" id="{8784DA3A-66FB-8A56-0830-9C7BAE1BDF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 name="Freeform 69">
                  <a:extLst>
                    <a:ext uri="{FF2B5EF4-FFF2-40B4-BE49-F238E27FC236}">
                      <a16:creationId xmlns:a16="http://schemas.microsoft.com/office/drawing/2014/main" id="{17465245-FA5B-23A6-733F-92E4C7D22BD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5" name="Line 70">
                  <a:extLst>
                    <a:ext uri="{FF2B5EF4-FFF2-40B4-BE49-F238E27FC236}">
                      <a16:creationId xmlns:a16="http://schemas.microsoft.com/office/drawing/2014/main" id="{E5934380-F9D4-5C01-360B-793C27BC6B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grpSp>
        <p:nvGrpSpPr>
          <p:cNvPr id="30" name="Group 29">
            <a:extLst>
              <a:ext uri="{FF2B5EF4-FFF2-40B4-BE49-F238E27FC236}">
                <a16:creationId xmlns:a16="http://schemas.microsoft.com/office/drawing/2014/main" id="{DCD2A0D6-CCC5-0E52-3DEA-FC7EDC9C493E}"/>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1939998" y="49440"/>
            <a:ext cx="2216150" cy="1177924"/>
            <a:chOff x="4987925" y="2840038"/>
            <a:chExt cx="2216150" cy="1177924"/>
          </a:xfrm>
        </p:grpSpPr>
        <p:sp>
          <p:nvSpPr>
            <p:cNvPr id="31" name="Rectangle 30">
              <a:extLst>
                <a:ext uri="{FF2B5EF4-FFF2-40B4-BE49-F238E27FC236}">
                  <a16:creationId xmlns:a16="http://schemas.microsoft.com/office/drawing/2014/main" id="{5952F4BA-7236-1B1C-5216-B9BE515C7C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2" name="Group 31">
              <a:extLst>
                <a:ext uri="{FF2B5EF4-FFF2-40B4-BE49-F238E27FC236}">
                  <a16:creationId xmlns:a16="http://schemas.microsoft.com/office/drawing/2014/main" id="{4555DC04-CCBE-6784-2184-F53E6BB5E1D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33" name="Group 32">
                <a:extLst>
                  <a:ext uri="{FF2B5EF4-FFF2-40B4-BE49-F238E27FC236}">
                    <a16:creationId xmlns:a16="http://schemas.microsoft.com/office/drawing/2014/main" id="{0B9A340D-1663-7DA9-73AE-9B675EF5022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38" name="Freeform 68">
                  <a:extLst>
                    <a:ext uri="{FF2B5EF4-FFF2-40B4-BE49-F238E27FC236}">
                      <a16:creationId xmlns:a16="http://schemas.microsoft.com/office/drawing/2014/main" id="{79252168-D1D9-C3CD-EFC8-41C970A058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69">
                  <a:extLst>
                    <a:ext uri="{FF2B5EF4-FFF2-40B4-BE49-F238E27FC236}">
                      <a16:creationId xmlns:a16="http://schemas.microsoft.com/office/drawing/2014/main" id="{BD3D9A06-E42E-5D13-8785-3C0D11DE16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0" name="Line 70">
                  <a:extLst>
                    <a:ext uri="{FF2B5EF4-FFF2-40B4-BE49-F238E27FC236}">
                      <a16:creationId xmlns:a16="http://schemas.microsoft.com/office/drawing/2014/main" id="{21834AF8-71F0-5841-4EC6-634FD9FE38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4" name="Group 33">
                <a:extLst>
                  <a:ext uri="{FF2B5EF4-FFF2-40B4-BE49-F238E27FC236}">
                    <a16:creationId xmlns:a16="http://schemas.microsoft.com/office/drawing/2014/main" id="{2D1C1DDF-35C6-613D-DA7C-81FC3E0E96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35" name="Freeform 68">
                  <a:extLst>
                    <a:ext uri="{FF2B5EF4-FFF2-40B4-BE49-F238E27FC236}">
                      <a16:creationId xmlns:a16="http://schemas.microsoft.com/office/drawing/2014/main" id="{F63E067E-30E2-CF93-0F3E-7766C716D4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69">
                  <a:extLst>
                    <a:ext uri="{FF2B5EF4-FFF2-40B4-BE49-F238E27FC236}">
                      <a16:creationId xmlns:a16="http://schemas.microsoft.com/office/drawing/2014/main" id="{E1121437-B5EB-87F8-77CC-3B28244521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Line 70">
                  <a:extLst>
                    <a:ext uri="{FF2B5EF4-FFF2-40B4-BE49-F238E27FC236}">
                      <a16:creationId xmlns:a16="http://schemas.microsoft.com/office/drawing/2014/main" id="{0FC3E6C1-F30C-BEBC-7EBD-1D93DCD05B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
        <p:nvSpPr>
          <p:cNvPr id="24" name="Picture Placeholder 23">
            <a:extLst>
              <a:ext uri="{FF2B5EF4-FFF2-40B4-BE49-F238E27FC236}">
                <a16:creationId xmlns:a16="http://schemas.microsoft.com/office/drawing/2014/main" id="{C9D32952-2D0C-4A3E-9354-E014C717894E}"/>
              </a:ext>
            </a:extLst>
          </p:cNvPr>
          <p:cNvSpPr>
            <a:spLocks noGrp="1"/>
          </p:cNvSpPr>
          <p:nvPr>
            <p:ph type="pic" sz="quarter" idx="13" hasCustomPrompt="1"/>
          </p:nvPr>
        </p:nvSpPr>
        <p:spPr>
          <a:xfrm>
            <a:off x="6654800" y="430213"/>
            <a:ext cx="4995863" cy="5997574"/>
          </a:xfrm>
        </p:spPr>
        <p:txBody>
          <a:bodyPr>
            <a:normAutofit/>
          </a:bodyPr>
          <a:lstStyle>
            <a:lvl1pPr marL="0" indent="0" algn="ctr">
              <a:buNone/>
              <a:defRPr sz="1600"/>
            </a:lvl1pPr>
          </a:lstStyle>
          <a:p>
            <a:r>
              <a:rPr lang="en-US" dirty="0"/>
              <a:t>Click to add picture</a:t>
            </a:r>
          </a:p>
        </p:txBody>
      </p:sp>
    </p:spTree>
    <p:extLst>
      <p:ext uri="{BB962C8B-B14F-4D97-AF65-F5344CB8AC3E}">
        <p14:creationId xmlns:p14="http://schemas.microsoft.com/office/powerpoint/2010/main" val="1897756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r>
              <a:rPr lang="en-US"/>
              <a:t>20XX</a:t>
            </a:r>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8199903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9" r:id="rId14"/>
    <p:sldLayoutId id="2147483710" r:id="rId15"/>
    <p:sldLayoutId id="2147483717" r:id="rId16"/>
    <p:sldLayoutId id="2147483672" r:id="rId17"/>
    <p:sldLayoutId id="2147483718" r:id="rId18"/>
  </p:sldLayoutIdLst>
  <p:hf sldNum="0" hdr="0" ftr="0" dt="0"/>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2" orient="horz" pos="2160">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2" pos="3840">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67" name="Straight Connector 66">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70" name="Group 69">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72"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71"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75" name="Rectangle 74">
            <a:extLst>
              <a:ext uri="{FF2B5EF4-FFF2-40B4-BE49-F238E27FC236}">
                <a16:creationId xmlns:a16="http://schemas.microsoft.com/office/drawing/2014/main" id="{1F4CD6D0-88B6-45F4-AC60-54587D3C9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7234563-0D88-8DAF-A4FF-DE687CC0309F}"/>
              </a:ext>
            </a:extLst>
          </p:cNvPr>
          <p:cNvPicPr>
            <a:picLocks noChangeAspect="1"/>
          </p:cNvPicPr>
          <p:nvPr/>
        </p:nvPicPr>
        <p:blipFill rotWithShape="1">
          <a:blip r:embed="rId3"/>
          <a:srcRect t="10726" b="23484"/>
          <a:stretch/>
        </p:blipFill>
        <p:spPr>
          <a:xfrm>
            <a:off x="-5" y="10"/>
            <a:ext cx="12191980" cy="685799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77" name="Rectangle 76">
            <a:extLst>
              <a:ext uri="{FF2B5EF4-FFF2-40B4-BE49-F238E27FC236}">
                <a16:creationId xmlns:a16="http://schemas.microsoft.com/office/drawing/2014/main" id="{3092D32E-B1E6-4335-BD86-8461882A7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20600" y="-1013389"/>
            <a:ext cx="6857999" cy="8884800"/>
          </a:xfrm>
          <a:prstGeom prst="rect">
            <a:avLst/>
          </a:prstGeom>
          <a:gradFill flip="none" rotWithShape="1">
            <a:gsLst>
              <a:gs pos="0">
                <a:srgbClr val="000000">
                  <a:alpha val="35000"/>
                </a:srgbClr>
              </a:gs>
              <a:gs pos="100000">
                <a:srgbClr val="000000">
                  <a:alpha val="0"/>
                </a:srgbClr>
              </a:gs>
              <a:gs pos="60000">
                <a:srgbClr val="000000">
                  <a:alpha val="2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7106396" y="395289"/>
            <a:ext cx="4075200" cy="2226688"/>
          </a:xfrm>
        </p:spPr>
        <p:txBody>
          <a:bodyPr vert="horz" lIns="91440" tIns="45720" rIns="91440" bIns="45720" rtlCol="0" anchor="b" anchorCtr="0">
            <a:normAutofit/>
          </a:bodyPr>
          <a:lstStyle/>
          <a:p>
            <a:r>
              <a:rPr lang="en-US" sz="4800" dirty="0">
                <a:solidFill>
                  <a:srgbClr val="FFFFFF"/>
                </a:solidFill>
              </a:rPr>
              <a:t>DATA Visualization</a:t>
            </a:r>
          </a:p>
        </p:txBody>
      </p:sp>
      <p:grpSp>
        <p:nvGrpSpPr>
          <p:cNvPr id="79" name="Group 78">
            <a:extLst>
              <a:ext uri="{FF2B5EF4-FFF2-40B4-BE49-F238E27FC236}">
                <a16:creationId xmlns:a16="http://schemas.microsoft.com/office/drawing/2014/main" id="{DF3051BA-EC19-4D8D-B5E3-10AF20026F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35921" y="2840038"/>
            <a:ext cx="2216150" cy="1177924"/>
            <a:chOff x="4987925" y="2840038"/>
            <a:chExt cx="2216150" cy="1177924"/>
          </a:xfrm>
        </p:grpSpPr>
        <p:sp>
          <p:nvSpPr>
            <p:cNvPr id="80" name="Rectangle 79">
              <a:extLst>
                <a:ext uri="{FF2B5EF4-FFF2-40B4-BE49-F238E27FC236}">
                  <a16:creationId xmlns:a16="http://schemas.microsoft.com/office/drawing/2014/main" id="{FD78C318-2188-4C14-8EEF-F9F6C8CC3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1" name="Group 80">
              <a:extLst>
                <a:ext uri="{FF2B5EF4-FFF2-40B4-BE49-F238E27FC236}">
                  <a16:creationId xmlns:a16="http://schemas.microsoft.com/office/drawing/2014/main" id="{64B20085-9D92-406D-8A76-E698EA9189A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82" name="Group 81">
                <a:extLst>
                  <a:ext uri="{FF2B5EF4-FFF2-40B4-BE49-F238E27FC236}">
                    <a16:creationId xmlns:a16="http://schemas.microsoft.com/office/drawing/2014/main" id="{9C553453-D3A3-4D6C-AB29-56E1D615F6E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87" name="Freeform 68">
                  <a:extLst>
                    <a:ext uri="{FF2B5EF4-FFF2-40B4-BE49-F238E27FC236}">
                      <a16:creationId xmlns:a16="http://schemas.microsoft.com/office/drawing/2014/main" id="{7AAE47F8-C3A8-4034-9064-8C3241A964E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69">
                  <a:extLst>
                    <a:ext uri="{FF2B5EF4-FFF2-40B4-BE49-F238E27FC236}">
                      <a16:creationId xmlns:a16="http://schemas.microsoft.com/office/drawing/2014/main" id="{A1BD09C1-6EAB-4FD0-8E3E-5395370F4C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9" name="Line 70">
                  <a:extLst>
                    <a:ext uri="{FF2B5EF4-FFF2-40B4-BE49-F238E27FC236}">
                      <a16:creationId xmlns:a16="http://schemas.microsoft.com/office/drawing/2014/main" id="{3A35D392-3E6C-44DF-8AE9-9623BC0EB24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83" name="Group 82">
                <a:extLst>
                  <a:ext uri="{FF2B5EF4-FFF2-40B4-BE49-F238E27FC236}">
                    <a16:creationId xmlns:a16="http://schemas.microsoft.com/office/drawing/2014/main" id="{B3DA3B67-52C7-4832-9866-8D5A5235974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84" name="Freeform 68">
                  <a:extLst>
                    <a:ext uri="{FF2B5EF4-FFF2-40B4-BE49-F238E27FC236}">
                      <a16:creationId xmlns:a16="http://schemas.microsoft.com/office/drawing/2014/main" id="{996787C3-F164-4304-9FBF-2445183468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69">
                  <a:extLst>
                    <a:ext uri="{FF2B5EF4-FFF2-40B4-BE49-F238E27FC236}">
                      <a16:creationId xmlns:a16="http://schemas.microsoft.com/office/drawing/2014/main" id="{8E004CCF-6644-4C43-B8CA-1BCC5C46A2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6" name="Line 70">
                  <a:extLst>
                    <a:ext uri="{FF2B5EF4-FFF2-40B4-BE49-F238E27FC236}">
                      <a16:creationId xmlns:a16="http://schemas.microsoft.com/office/drawing/2014/main" id="{3824467A-05FD-4A66-8B5A-A544E930456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2593088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p:cNvSpPr>
          <p:nvPr>
            <p:ph type="title"/>
          </p:nvPr>
        </p:nvSpPr>
        <p:spPr>
          <a:xfrm>
            <a:off x="698090" y="430520"/>
            <a:ext cx="2694040" cy="2066873"/>
          </a:xfrm>
        </p:spPr>
        <p:txBody>
          <a:bodyPr wrap="square" anchor="b">
            <a:normAutofit/>
          </a:bodyPr>
          <a:lstStyle/>
          <a:p>
            <a:r>
              <a:rPr lang="en-US" dirty="0"/>
              <a:t>DR: SHAHERA RASHWAN</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sz="quarter" idx="15"/>
          </p:nvPr>
        </p:nvSpPr>
        <p:spPr>
          <a:xfrm>
            <a:off x="155121" y="2745610"/>
            <a:ext cx="3764251" cy="3287797"/>
          </a:xfrm>
        </p:spPr>
        <p:txBody>
          <a:bodyPr>
            <a:normAutofit/>
          </a:bodyPr>
          <a:lstStyle/>
          <a:p>
            <a:r>
              <a:rPr lang="en-US" sz="2800" dirty="0">
                <a:solidFill>
                  <a:srgbClr val="002060">
                    <a:alpha val="60000"/>
                  </a:srgbClr>
                </a:solidFill>
              </a:rPr>
              <a:t>NAME: </a:t>
            </a:r>
            <a:r>
              <a:rPr lang="en-US" sz="2800" dirty="0"/>
              <a:t>Nourhan Mohammed Fathy</a:t>
            </a:r>
          </a:p>
          <a:p>
            <a:r>
              <a:rPr lang="en-US" sz="2800" dirty="0">
                <a:solidFill>
                  <a:srgbClr val="002060">
                    <a:alpha val="60000"/>
                  </a:srgbClr>
                </a:solidFill>
              </a:rPr>
              <a:t>ID:</a:t>
            </a:r>
            <a:r>
              <a:rPr lang="en-US" sz="2800" dirty="0"/>
              <a:t>20221452411</a:t>
            </a:r>
          </a:p>
        </p:txBody>
      </p:sp>
      <p:pic>
        <p:nvPicPr>
          <p:cNvPr id="7" name="Picture Placeholder 6">
            <a:extLst>
              <a:ext uri="{FF2B5EF4-FFF2-40B4-BE49-F238E27FC236}">
                <a16:creationId xmlns:a16="http://schemas.microsoft.com/office/drawing/2014/main" id="{6302F62A-71A3-F3F6-7FBA-C3B365B8FFA7}"/>
              </a:ext>
            </a:extLst>
          </p:cNvPr>
          <p:cNvPicPr>
            <a:picLocks noGrp="1" noChangeAspect="1"/>
          </p:cNvPicPr>
          <p:nvPr>
            <p:ph type="pic" sz="quarter" idx="14"/>
          </p:nvPr>
        </p:nvPicPr>
        <p:blipFill>
          <a:blip r:embed="rId3"/>
          <a:srcRect l="2527" r="2527"/>
          <a:stretch/>
        </p:blipFill>
        <p:spPr/>
      </p:pic>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a:xfrm>
            <a:off x="179614" y="971551"/>
            <a:ext cx="7111093" cy="4890406"/>
          </a:xfrm>
        </p:spPr>
        <p:txBody>
          <a:bodyPr anchor="ctr">
            <a:normAutofit/>
          </a:bodyPr>
          <a:lstStyle/>
          <a:p>
            <a:pPr algn="l"/>
            <a:r>
              <a:rPr lang="en-US" sz="4800" dirty="0">
                <a:solidFill>
                  <a:srgbClr val="000000"/>
                </a:solidFill>
                <a:latin typeface="Agrandir Wide"/>
              </a:rPr>
              <a:t>1 - Scraping</a:t>
            </a:r>
            <a:br>
              <a:rPr lang="en-US" sz="4800" dirty="0">
                <a:solidFill>
                  <a:srgbClr val="000000"/>
                </a:solidFill>
                <a:latin typeface="Agrandir Wide"/>
              </a:rPr>
            </a:br>
            <a:r>
              <a:rPr lang="en-US" sz="4800" dirty="0">
                <a:solidFill>
                  <a:srgbClr val="000000"/>
                </a:solidFill>
                <a:latin typeface="Agrandir Wide"/>
              </a:rPr>
              <a:t>2 - load data</a:t>
            </a:r>
            <a:br>
              <a:rPr lang="en-US" sz="4800" dirty="0">
                <a:solidFill>
                  <a:srgbClr val="000000"/>
                </a:solidFill>
                <a:latin typeface="Agrandir Wide"/>
              </a:rPr>
            </a:br>
            <a:r>
              <a:rPr lang="en-US" sz="4800" dirty="0">
                <a:solidFill>
                  <a:srgbClr val="000000"/>
                </a:solidFill>
                <a:latin typeface="Agrandir Wide"/>
              </a:rPr>
              <a:t>3 - pre-processing</a:t>
            </a:r>
            <a:br>
              <a:rPr lang="en-US" sz="4800" dirty="0">
                <a:solidFill>
                  <a:srgbClr val="000000"/>
                </a:solidFill>
                <a:latin typeface="Agrandir Wide"/>
              </a:rPr>
            </a:br>
            <a:r>
              <a:rPr lang="en-US" sz="4800" dirty="0">
                <a:solidFill>
                  <a:srgbClr val="000000"/>
                </a:solidFill>
                <a:latin typeface="Agrandir Wide"/>
              </a:rPr>
              <a:t>4 - Data visualization</a:t>
            </a:r>
            <a:br>
              <a:rPr lang="en-US" sz="4800" dirty="0">
                <a:solidFill>
                  <a:srgbClr val="000000"/>
                </a:solidFill>
                <a:latin typeface="Agrandir Wide"/>
              </a:rPr>
            </a:br>
            <a:endParaRPr lang="en-US" dirty="0"/>
          </a:p>
        </p:txBody>
      </p:sp>
      <p:pic>
        <p:nvPicPr>
          <p:cNvPr id="5" name="Picture Placeholder 4">
            <a:extLst>
              <a:ext uri="{FF2B5EF4-FFF2-40B4-BE49-F238E27FC236}">
                <a16:creationId xmlns:a16="http://schemas.microsoft.com/office/drawing/2014/main" id="{0EE0B1D6-4974-E154-58A9-CCB36DD9781C}"/>
              </a:ext>
            </a:extLst>
          </p:cNvPr>
          <p:cNvPicPr>
            <a:picLocks noGrp="1" noChangeAspect="1"/>
          </p:cNvPicPr>
          <p:nvPr>
            <p:ph type="pic" sz="quarter" idx="13"/>
          </p:nvPr>
        </p:nvPicPr>
        <p:blipFill>
          <a:blip r:embed="rId3"/>
          <a:srcRect l="14373" r="14373"/>
          <a:stretch/>
        </p:blipFill>
        <p:spPr>
          <a:xfrm>
            <a:off x="6654800" y="410549"/>
            <a:ext cx="4995863" cy="5997574"/>
          </a:xfrm>
        </p:spPr>
      </p:pic>
    </p:spTree>
    <p:extLst>
      <p:ext uri="{BB962C8B-B14F-4D97-AF65-F5344CB8AC3E}">
        <p14:creationId xmlns:p14="http://schemas.microsoft.com/office/powerpoint/2010/main" val="811730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D291F2-4F3B-9988-830C-3A03B6B27807}"/>
              </a:ext>
            </a:extLst>
          </p:cNvPr>
          <p:cNvSpPr>
            <a:spLocks noGrp="1"/>
          </p:cNvSpPr>
          <p:nvPr>
            <p:ph type="title"/>
          </p:nvPr>
        </p:nvSpPr>
        <p:spPr>
          <a:xfrm>
            <a:off x="600624" y="468874"/>
            <a:ext cx="8647721" cy="1185045"/>
          </a:xfrm>
        </p:spPr>
        <p:txBody>
          <a:bodyPr>
            <a:normAutofit/>
          </a:bodyPr>
          <a:lstStyle/>
          <a:p>
            <a:pPr>
              <a:lnSpc>
                <a:spcPts val="8548"/>
              </a:lnSpc>
            </a:pPr>
            <a:r>
              <a:rPr lang="en-US" sz="3600" dirty="0">
                <a:solidFill>
                  <a:srgbClr val="000000"/>
                </a:solidFill>
                <a:latin typeface="Agrandir Wide"/>
              </a:rPr>
              <a:t>1 - Scraping</a:t>
            </a:r>
          </a:p>
        </p:txBody>
      </p:sp>
      <p:sp>
        <p:nvSpPr>
          <p:cNvPr id="2" name="Content Placeholder 1">
            <a:extLst>
              <a:ext uri="{FF2B5EF4-FFF2-40B4-BE49-F238E27FC236}">
                <a16:creationId xmlns:a16="http://schemas.microsoft.com/office/drawing/2014/main" id="{C3957EAB-1A32-A2FE-6656-37F9DA322CC7}"/>
              </a:ext>
            </a:extLst>
          </p:cNvPr>
          <p:cNvSpPr>
            <a:spLocks noGrp="1"/>
          </p:cNvSpPr>
          <p:nvPr>
            <p:ph idx="10"/>
          </p:nvPr>
        </p:nvSpPr>
        <p:spPr/>
        <p:txBody>
          <a:bodyPr>
            <a:normAutofit/>
          </a:bodyPr>
          <a:lstStyle/>
          <a:p>
            <a:pPr>
              <a:lnSpc>
                <a:spcPts val="4760"/>
              </a:lnSpc>
            </a:pPr>
            <a:r>
              <a:rPr lang="en-US" sz="1800" dirty="0">
                <a:solidFill>
                  <a:srgbClr val="000000"/>
                </a:solidFill>
                <a:latin typeface="Agrandir Wide"/>
              </a:rPr>
              <a:t>Web scraping facilitates the extraction of specific information from web pages, turning unstructured HTML content into structured data that can be leveraged for various analytical purposes. like when I extract the data from this page </a:t>
            </a:r>
            <a:r>
              <a:rPr lang="en-US" sz="1800" dirty="0" err="1">
                <a:solidFill>
                  <a:srgbClr val="2145B2"/>
                </a:solidFill>
                <a:latin typeface="Agrandir Wide"/>
              </a:rPr>
              <a:t>url</a:t>
            </a:r>
            <a:r>
              <a:rPr lang="en-US" sz="1800" dirty="0">
                <a:solidFill>
                  <a:srgbClr val="2145B2"/>
                </a:solidFill>
                <a:latin typeface="Agrandir Wide"/>
              </a:rPr>
              <a:t>="https://www.citypopulation.de/en/egypt/cities/"</a:t>
            </a:r>
          </a:p>
        </p:txBody>
      </p:sp>
    </p:spTree>
    <p:extLst>
      <p:ext uri="{BB962C8B-B14F-4D97-AF65-F5344CB8AC3E}">
        <p14:creationId xmlns:p14="http://schemas.microsoft.com/office/powerpoint/2010/main" val="1944867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p:txBody>
          <a:bodyPr>
            <a:normAutofit/>
          </a:bodyPr>
          <a:lstStyle/>
          <a:p>
            <a:r>
              <a:rPr lang="en-US" dirty="0"/>
              <a:t>Overcoming nervousness</a:t>
            </a:r>
          </a:p>
        </p:txBody>
      </p:sp>
      <p:sp>
        <p:nvSpPr>
          <p:cNvPr id="8" name="Subtitle 7">
            <a:extLst>
              <a:ext uri="{FF2B5EF4-FFF2-40B4-BE49-F238E27FC236}">
                <a16:creationId xmlns:a16="http://schemas.microsoft.com/office/drawing/2014/main" id="{2C602EC3-0115-4FB6-BAA7-BCA17E611651}"/>
              </a:ext>
            </a:extLst>
          </p:cNvPr>
          <p:cNvSpPr>
            <a:spLocks noGrp="1"/>
          </p:cNvSpPr>
          <p:nvPr>
            <p:ph type="subTitle" idx="1"/>
          </p:nvPr>
        </p:nvSpPr>
        <p:spPr>
          <a:xfrm>
            <a:off x="253092" y="4498521"/>
            <a:ext cx="11511643" cy="2245179"/>
          </a:xfrm>
        </p:spPr>
        <p:txBody>
          <a:bodyPr anchor="t">
            <a:normAutofit fontScale="25000" lnSpcReduction="20000"/>
          </a:bodyPr>
          <a:lstStyle/>
          <a:p>
            <a:r>
              <a:rPr lang="en-US" sz="5600" b="1" dirty="0">
                <a:solidFill>
                  <a:schemeClr val="tx1"/>
                </a:solidFill>
                <a:latin typeface="Agrandir Wide"/>
              </a:rPr>
              <a:t>This code snippet aims to collect and structure city population data from the specified webpage into a pandas </a:t>
            </a:r>
            <a:r>
              <a:rPr lang="en-US" sz="5600" b="1" dirty="0" err="1">
                <a:solidFill>
                  <a:schemeClr val="tx1"/>
                </a:solidFill>
                <a:latin typeface="Agrandir Wide"/>
              </a:rPr>
              <a:t>DataFrame</a:t>
            </a:r>
            <a:r>
              <a:rPr lang="en-US" sz="5600" b="1" dirty="0">
                <a:solidFill>
                  <a:schemeClr val="tx1"/>
                </a:solidFill>
                <a:latin typeface="Agrandir Wide"/>
              </a:rPr>
              <a:t>. However, there are potential issues with the </a:t>
            </a:r>
            <a:r>
              <a:rPr lang="en-US" sz="5600" b="1" dirty="0" err="1">
                <a:solidFill>
                  <a:schemeClr val="tx1"/>
                </a:solidFill>
                <a:latin typeface="Agrandir Wide"/>
              </a:rPr>
              <a:t>DataFrame</a:t>
            </a:r>
            <a:r>
              <a:rPr lang="en-US" sz="5600" b="1" dirty="0">
                <a:solidFill>
                  <a:schemeClr val="tx1"/>
                </a:solidFill>
                <a:latin typeface="Agrandir Wide"/>
              </a:rPr>
              <a:t> creation and data extraction logic, especially concerning dropping unwanted columns and appending row data correctly. Further refinement is needed to ensure accurate data extraction and organization. Additionally, error handling and data cleaning procedures should be implemented for robustness and data integrity.</a:t>
            </a:r>
          </a:p>
          <a:p>
            <a:endParaRPr lang="en-US" dirty="0"/>
          </a:p>
        </p:txBody>
      </p:sp>
      <p:pic>
        <p:nvPicPr>
          <p:cNvPr id="11" name="Picture 10">
            <a:extLst>
              <a:ext uri="{FF2B5EF4-FFF2-40B4-BE49-F238E27FC236}">
                <a16:creationId xmlns:a16="http://schemas.microsoft.com/office/drawing/2014/main" id="{A05BA17E-A285-8FA9-9B6F-8F9AA1156396}"/>
              </a:ext>
            </a:extLst>
          </p:cNvPr>
          <p:cNvPicPr>
            <a:picLocks noChangeAspect="1"/>
          </p:cNvPicPr>
          <p:nvPr/>
        </p:nvPicPr>
        <p:blipFill>
          <a:blip r:embed="rId3"/>
          <a:stretch>
            <a:fillRect/>
          </a:stretch>
        </p:blipFill>
        <p:spPr>
          <a:xfrm>
            <a:off x="253093" y="228600"/>
            <a:ext cx="10978170" cy="4151101"/>
          </a:xfrm>
          <a:prstGeom prst="rect">
            <a:avLst/>
          </a:prstGeom>
        </p:spPr>
      </p:pic>
    </p:spTree>
    <p:extLst>
      <p:ext uri="{BB962C8B-B14F-4D97-AF65-F5344CB8AC3E}">
        <p14:creationId xmlns:p14="http://schemas.microsoft.com/office/powerpoint/2010/main" val="404828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a:xfrm>
            <a:off x="2816679" y="140462"/>
            <a:ext cx="5664682" cy="1041101"/>
          </a:xfrm>
        </p:spPr>
        <p:txBody>
          <a:bodyPr anchor="b">
            <a:normAutofit/>
          </a:bodyPr>
          <a:lstStyle/>
          <a:p>
            <a:pPr>
              <a:lnSpc>
                <a:spcPts val="8548"/>
              </a:lnSpc>
            </a:pPr>
            <a:r>
              <a:rPr lang="en-US" sz="4800" dirty="0">
                <a:solidFill>
                  <a:srgbClr val="000000"/>
                </a:solidFill>
                <a:latin typeface="Agrandir Wide"/>
              </a:rPr>
              <a:t>2 - Load data</a:t>
            </a:r>
          </a:p>
        </p:txBody>
      </p:sp>
      <p:sp>
        <p:nvSpPr>
          <p:cNvPr id="8" name="Subtitle 7">
            <a:extLst>
              <a:ext uri="{FF2B5EF4-FFF2-40B4-BE49-F238E27FC236}">
                <a16:creationId xmlns:a16="http://schemas.microsoft.com/office/drawing/2014/main" id="{2C602EC3-0115-4FB6-BAA7-BCA17E611651}"/>
              </a:ext>
            </a:extLst>
          </p:cNvPr>
          <p:cNvSpPr>
            <a:spLocks noGrp="1"/>
          </p:cNvSpPr>
          <p:nvPr>
            <p:ph sz="quarter" idx="10"/>
          </p:nvPr>
        </p:nvSpPr>
        <p:spPr>
          <a:xfrm>
            <a:off x="1912472" y="3561671"/>
            <a:ext cx="8367055" cy="1173615"/>
          </a:xfrm>
        </p:spPr>
        <p:txBody>
          <a:bodyPr>
            <a:normAutofit/>
          </a:bodyPr>
          <a:lstStyle/>
          <a:p>
            <a:pPr algn="ctr">
              <a:lnSpc>
                <a:spcPts val="5319"/>
              </a:lnSpc>
              <a:spcBef>
                <a:spcPct val="0"/>
              </a:spcBef>
            </a:pPr>
            <a:r>
              <a:rPr lang="en-US" sz="2000" dirty="0">
                <a:solidFill>
                  <a:schemeClr val="tx1"/>
                </a:solidFill>
                <a:latin typeface="Agrandir Wide"/>
              </a:rPr>
              <a:t>this code to load data to csv file ON my pc</a:t>
            </a:r>
          </a:p>
        </p:txBody>
      </p:sp>
      <p:sp>
        <p:nvSpPr>
          <p:cNvPr id="5" name="Freeform 2">
            <a:extLst>
              <a:ext uri="{FF2B5EF4-FFF2-40B4-BE49-F238E27FC236}">
                <a16:creationId xmlns:a16="http://schemas.microsoft.com/office/drawing/2014/main" id="{55641E3F-1E49-B492-AA3E-F498DAFDCB70}"/>
              </a:ext>
            </a:extLst>
          </p:cNvPr>
          <p:cNvSpPr/>
          <p:nvPr/>
        </p:nvSpPr>
        <p:spPr>
          <a:xfrm>
            <a:off x="2356168" y="2079229"/>
            <a:ext cx="7589520" cy="859094"/>
          </a:xfrm>
          <a:custGeom>
            <a:avLst/>
            <a:gdLst/>
            <a:ahLst/>
            <a:cxnLst/>
            <a:rect l="l" t="t" r="r" b="b"/>
            <a:pathLst>
              <a:path w="14720825" h="721020">
                <a:moveTo>
                  <a:pt x="0" y="0"/>
                </a:moveTo>
                <a:lnTo>
                  <a:pt x="14720826" y="0"/>
                </a:lnTo>
                <a:lnTo>
                  <a:pt x="14720826" y="721020"/>
                </a:lnTo>
                <a:lnTo>
                  <a:pt x="0" y="721020"/>
                </a:lnTo>
                <a:lnTo>
                  <a:pt x="0" y="0"/>
                </a:lnTo>
                <a:close/>
              </a:path>
            </a:pathLst>
          </a:custGeom>
          <a:blipFill>
            <a:blip r:embed="rId3"/>
            <a:stretch>
              <a:fillRect/>
            </a:stretch>
          </a:blipFill>
        </p:spPr>
        <p:txBody>
          <a:bodyPr/>
          <a:lstStyle/>
          <a:p>
            <a:endParaRPr lang="en-US" dirty="0"/>
          </a:p>
        </p:txBody>
      </p:sp>
    </p:spTree>
    <p:extLst>
      <p:ext uri="{BB962C8B-B14F-4D97-AF65-F5344CB8AC3E}">
        <p14:creationId xmlns:p14="http://schemas.microsoft.com/office/powerpoint/2010/main" val="2359185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6" name="Group 15">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8"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7"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21" name="Rectangle 20">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a:xfrm>
            <a:off x="1079510" y="531814"/>
            <a:ext cx="4457690" cy="1720850"/>
          </a:xfrm>
        </p:spPr>
        <p:txBody>
          <a:bodyPr vert="horz" lIns="91440" tIns="45720" rIns="91440" bIns="45720" rtlCol="0" anchor="ctr" anchorCtr="0">
            <a:normAutofit/>
          </a:bodyPr>
          <a:lstStyle/>
          <a:p>
            <a:r>
              <a:rPr lang="en-US" dirty="0"/>
              <a:t>3 preprocessing</a:t>
            </a:r>
          </a:p>
        </p:txBody>
      </p:sp>
      <p:sp>
        <p:nvSpPr>
          <p:cNvPr id="8" name="Subtitle 7">
            <a:extLst>
              <a:ext uri="{FF2B5EF4-FFF2-40B4-BE49-F238E27FC236}">
                <a16:creationId xmlns:a16="http://schemas.microsoft.com/office/drawing/2014/main" id="{2C602EC3-0115-4FB6-BAA7-BCA17E611651}"/>
              </a:ext>
            </a:extLst>
          </p:cNvPr>
          <p:cNvSpPr>
            <a:spLocks noGrp="1"/>
          </p:cNvSpPr>
          <p:nvPr>
            <p:ph sz="quarter" idx="10"/>
          </p:nvPr>
        </p:nvSpPr>
        <p:spPr>
          <a:xfrm>
            <a:off x="5826001" y="531815"/>
            <a:ext cx="5280148" cy="1720849"/>
          </a:xfrm>
        </p:spPr>
        <p:txBody>
          <a:bodyPr vert="horz" lIns="91440" tIns="45720" rIns="91440" bIns="45720" rtlCol="0" anchor="ctr">
            <a:normAutofit/>
          </a:bodyPr>
          <a:lstStyle/>
          <a:p>
            <a:pPr>
              <a:lnSpc>
                <a:spcPct val="125000"/>
              </a:lnSpc>
            </a:pPr>
            <a:r>
              <a:rPr lang="en-US" sz="2400" spc="50" dirty="0"/>
              <a:t>drop columns that I didn’t need in my data</a:t>
            </a:r>
          </a:p>
        </p:txBody>
      </p:sp>
      <p:cxnSp>
        <p:nvCxnSpPr>
          <p:cNvPr id="23" name="Straight Connector 22">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1392239"/>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EB3A7C09-8A7B-6504-4F16-412A045CCBC6}"/>
              </a:ext>
            </a:extLst>
          </p:cNvPr>
          <p:cNvPicPr>
            <a:picLocks noChangeAspect="1"/>
          </p:cNvPicPr>
          <p:nvPr/>
        </p:nvPicPr>
        <p:blipFill>
          <a:blip r:embed="rId3"/>
          <a:stretch>
            <a:fillRect/>
          </a:stretch>
        </p:blipFill>
        <p:spPr>
          <a:xfrm>
            <a:off x="643793" y="2806581"/>
            <a:ext cx="10682917" cy="3712312"/>
          </a:xfrm>
          <a:prstGeom prst="rect">
            <a:avLst/>
          </a:prstGeom>
        </p:spPr>
      </p:pic>
    </p:spTree>
    <p:extLst>
      <p:ext uri="{BB962C8B-B14F-4D97-AF65-F5344CB8AC3E}">
        <p14:creationId xmlns:p14="http://schemas.microsoft.com/office/powerpoint/2010/main" val="887262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a:xfrm>
            <a:off x="2816679" y="140462"/>
            <a:ext cx="5664682" cy="1041101"/>
          </a:xfrm>
        </p:spPr>
        <p:txBody>
          <a:bodyPr anchor="b">
            <a:normAutofit fontScale="90000"/>
          </a:bodyPr>
          <a:lstStyle/>
          <a:p>
            <a:pPr>
              <a:lnSpc>
                <a:spcPts val="8548"/>
              </a:lnSpc>
            </a:pPr>
            <a:r>
              <a:rPr lang="en-US" dirty="0"/>
              <a:t>3 preprocessing</a:t>
            </a:r>
            <a:endParaRPr lang="en-US" sz="4800" dirty="0">
              <a:solidFill>
                <a:srgbClr val="000000"/>
              </a:solidFill>
              <a:latin typeface="Agrandir Wide"/>
            </a:endParaRPr>
          </a:p>
        </p:txBody>
      </p:sp>
      <p:sp>
        <p:nvSpPr>
          <p:cNvPr id="8" name="Subtitle 7">
            <a:extLst>
              <a:ext uri="{FF2B5EF4-FFF2-40B4-BE49-F238E27FC236}">
                <a16:creationId xmlns:a16="http://schemas.microsoft.com/office/drawing/2014/main" id="{2C602EC3-0115-4FB6-BAA7-BCA17E611651}"/>
              </a:ext>
            </a:extLst>
          </p:cNvPr>
          <p:cNvSpPr>
            <a:spLocks noGrp="1"/>
          </p:cNvSpPr>
          <p:nvPr>
            <p:ph sz="quarter" idx="10"/>
          </p:nvPr>
        </p:nvSpPr>
        <p:spPr>
          <a:xfrm>
            <a:off x="187779" y="1589776"/>
            <a:ext cx="11536136" cy="4868173"/>
          </a:xfrm>
        </p:spPr>
        <p:txBody>
          <a:bodyPr>
            <a:noAutofit/>
          </a:bodyPr>
          <a:lstStyle/>
          <a:p>
            <a:pPr algn="ctr">
              <a:lnSpc>
                <a:spcPts val="5319"/>
              </a:lnSpc>
              <a:spcBef>
                <a:spcPct val="0"/>
              </a:spcBef>
            </a:pPr>
            <a:r>
              <a:rPr lang="en-US" sz="1600" dirty="0">
                <a:solidFill>
                  <a:srgbClr val="000000"/>
                </a:solidFill>
                <a:latin typeface="Agrandir Wide"/>
              </a:rPr>
              <a:t>The wrangle function is designed to read a CSV file containing governorate data, clean it by dropping unnecessary columns, reset the index for consistency, and rename columns to ensure a standardized format. The cleaned </a:t>
            </a:r>
            <a:r>
              <a:rPr lang="en-US" sz="1600" dirty="0" err="1">
                <a:solidFill>
                  <a:srgbClr val="000000"/>
                </a:solidFill>
                <a:latin typeface="Agrandir Wide"/>
              </a:rPr>
              <a:t>DataFrame</a:t>
            </a:r>
            <a:r>
              <a:rPr lang="en-US" sz="1600" dirty="0">
                <a:solidFill>
                  <a:srgbClr val="000000"/>
                </a:solidFill>
                <a:latin typeface="Agrandir Wide"/>
              </a:rPr>
              <a:t> is then returned for further analysis or processing. This function streamlines the </a:t>
            </a:r>
            <a:r>
              <a:rPr lang="en-US" dirty="0">
                <a:solidFill>
                  <a:srgbClr val="000000"/>
                </a:solidFill>
                <a:latin typeface="Agrandir Wide"/>
              </a:rPr>
              <a:t>initial data preparation steps, making the dataset more usable and structured for subsequent analytical task</a:t>
            </a:r>
            <a:endParaRPr lang="en-US" dirty="0">
              <a:solidFill>
                <a:schemeClr val="tx1"/>
              </a:solidFill>
              <a:latin typeface="Agrandir Wide"/>
            </a:endParaRPr>
          </a:p>
        </p:txBody>
      </p:sp>
    </p:spTree>
    <p:extLst>
      <p:ext uri="{BB962C8B-B14F-4D97-AF65-F5344CB8AC3E}">
        <p14:creationId xmlns:p14="http://schemas.microsoft.com/office/powerpoint/2010/main" val="1801284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a:xfrm>
            <a:off x="547006" y="230323"/>
            <a:ext cx="11062607" cy="1688283"/>
          </a:xfrm>
        </p:spPr>
        <p:txBody>
          <a:bodyPr vert="horz" lIns="91440" tIns="45720" rIns="91440" bIns="45720" rtlCol="0" anchor="ctr" anchorCtr="0">
            <a:normAutofit/>
          </a:bodyPr>
          <a:lstStyle/>
          <a:p>
            <a:pPr algn="ctr">
              <a:lnSpc>
                <a:spcPts val="8119"/>
              </a:lnSpc>
              <a:spcBef>
                <a:spcPct val="0"/>
              </a:spcBef>
            </a:pPr>
            <a:r>
              <a:rPr lang="en-US" sz="4800" dirty="0">
                <a:solidFill>
                  <a:srgbClr val="000000"/>
                </a:solidFill>
                <a:latin typeface="Agrandir Wide"/>
              </a:rPr>
              <a:t>Data after clean it </a:t>
            </a:r>
          </a:p>
        </p:txBody>
      </p:sp>
      <p:pic>
        <p:nvPicPr>
          <p:cNvPr id="3" name="Picture 2">
            <a:extLst>
              <a:ext uri="{FF2B5EF4-FFF2-40B4-BE49-F238E27FC236}">
                <a16:creationId xmlns:a16="http://schemas.microsoft.com/office/drawing/2014/main" id="{B7AC45AF-B573-46D1-7412-72827309CFCD}"/>
              </a:ext>
            </a:extLst>
          </p:cNvPr>
          <p:cNvPicPr>
            <a:picLocks noChangeAspect="1"/>
          </p:cNvPicPr>
          <p:nvPr/>
        </p:nvPicPr>
        <p:blipFill>
          <a:blip r:embed="rId3"/>
          <a:stretch>
            <a:fillRect/>
          </a:stretch>
        </p:blipFill>
        <p:spPr>
          <a:xfrm>
            <a:off x="710294" y="2097543"/>
            <a:ext cx="10548256" cy="4530133"/>
          </a:xfrm>
          <a:prstGeom prst="rect">
            <a:avLst/>
          </a:prstGeom>
        </p:spPr>
      </p:pic>
    </p:spTree>
    <p:extLst>
      <p:ext uri="{BB962C8B-B14F-4D97-AF65-F5344CB8AC3E}">
        <p14:creationId xmlns:p14="http://schemas.microsoft.com/office/powerpoint/2010/main" val="2897155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 name="Group 14">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7"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6"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20" name="Rectangle 19">
            <a:extLst>
              <a:ext uri="{FF2B5EF4-FFF2-40B4-BE49-F238E27FC236}">
                <a16:creationId xmlns:a16="http://schemas.microsoft.com/office/drawing/2014/main" id="{72C53508-B3F0-4B95-A7BB-3FB94033C4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a:xfrm>
            <a:off x="6591630" y="1311279"/>
            <a:ext cx="5332749" cy="3657321"/>
          </a:xfrm>
        </p:spPr>
        <p:txBody>
          <a:bodyPr vert="horz" lIns="91440" tIns="45720" rIns="91440" bIns="45720" rtlCol="0" anchor="b" anchorCtr="0">
            <a:normAutofit/>
          </a:bodyPr>
          <a:lstStyle/>
          <a:p>
            <a:pPr algn="ctr">
              <a:lnSpc>
                <a:spcPts val="3788"/>
              </a:lnSpc>
              <a:spcBef>
                <a:spcPct val="0"/>
              </a:spcBef>
            </a:pPr>
            <a:r>
              <a:rPr lang="en-US" sz="3600" dirty="0">
                <a:solidFill>
                  <a:srgbClr val="000000"/>
                </a:solidFill>
                <a:latin typeface="Agrandir Wide"/>
              </a:rPr>
              <a:t>this part is responsible for adding coordinates on the map image  with different colors like blue and red based on number of population</a:t>
            </a:r>
          </a:p>
        </p:txBody>
      </p:sp>
      <p:pic>
        <p:nvPicPr>
          <p:cNvPr id="2" name="Picture 1">
            <a:extLst>
              <a:ext uri="{FF2B5EF4-FFF2-40B4-BE49-F238E27FC236}">
                <a16:creationId xmlns:a16="http://schemas.microsoft.com/office/drawing/2014/main" id="{BEFBD30C-B047-D452-2C32-EE2C0306687E}"/>
              </a:ext>
            </a:extLst>
          </p:cNvPr>
          <p:cNvPicPr>
            <a:picLocks noChangeAspect="1"/>
          </p:cNvPicPr>
          <p:nvPr/>
        </p:nvPicPr>
        <p:blipFill>
          <a:blip r:embed="rId3"/>
          <a:stretch>
            <a:fillRect/>
          </a:stretch>
        </p:blipFill>
        <p:spPr>
          <a:xfrm>
            <a:off x="809891" y="390396"/>
            <a:ext cx="5332750" cy="6077208"/>
          </a:xfrm>
          <a:prstGeom prst="rect">
            <a:avLst/>
          </a:prstGeom>
        </p:spPr>
      </p:pic>
      <p:cxnSp>
        <p:nvCxnSpPr>
          <p:cNvPr id="22" name="Straight Connector 21">
            <a:extLst>
              <a:ext uri="{FF2B5EF4-FFF2-40B4-BE49-F238E27FC236}">
                <a16:creationId xmlns:a16="http://schemas.microsoft.com/office/drawing/2014/main" id="{58EBA113-6605-4291-A31D-0BEA2EFFB5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7DC925D4-A222-4AF4-B410-4AFDEE4557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H="1">
            <a:off x="6674373" y="402322"/>
            <a:ext cx="641183" cy="1069728"/>
            <a:chOff x="6484112" y="2967038"/>
            <a:chExt cx="641183" cy="1069728"/>
          </a:xfrm>
        </p:grpSpPr>
        <p:grpSp>
          <p:nvGrpSpPr>
            <p:cNvPr id="25" name="Group 24">
              <a:extLst>
                <a:ext uri="{FF2B5EF4-FFF2-40B4-BE49-F238E27FC236}">
                  <a16:creationId xmlns:a16="http://schemas.microsoft.com/office/drawing/2014/main" id="{0DBBB94E-15E5-42D1-A617-70B91FC06DD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30" name="Freeform 68">
                <a:extLst>
                  <a:ext uri="{FF2B5EF4-FFF2-40B4-BE49-F238E27FC236}">
                    <a16:creationId xmlns:a16="http://schemas.microsoft.com/office/drawing/2014/main" id="{2C81B35A-4CE9-4440-B050-12A299FA65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69">
                <a:extLst>
                  <a:ext uri="{FF2B5EF4-FFF2-40B4-BE49-F238E27FC236}">
                    <a16:creationId xmlns:a16="http://schemas.microsoft.com/office/drawing/2014/main" id="{A0D17983-4044-441A-ADBD-E035D9AE7E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Line 70">
                <a:extLst>
                  <a:ext uri="{FF2B5EF4-FFF2-40B4-BE49-F238E27FC236}">
                    <a16:creationId xmlns:a16="http://schemas.microsoft.com/office/drawing/2014/main" id="{19F1FD06-FDAD-4A4F-BFA2-40C00615ED5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6" name="Group 25">
              <a:extLst>
                <a:ext uri="{FF2B5EF4-FFF2-40B4-BE49-F238E27FC236}">
                  <a16:creationId xmlns:a16="http://schemas.microsoft.com/office/drawing/2014/main" id="{7EFDE4C0-4728-4BFA-AB30-F128558D043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7" name="Freeform 68">
                <a:extLst>
                  <a:ext uri="{FF2B5EF4-FFF2-40B4-BE49-F238E27FC236}">
                    <a16:creationId xmlns:a16="http://schemas.microsoft.com/office/drawing/2014/main" id="{1D506130-A061-4892-B4AB-FC514FF04A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9">
                <a:extLst>
                  <a:ext uri="{FF2B5EF4-FFF2-40B4-BE49-F238E27FC236}">
                    <a16:creationId xmlns:a16="http://schemas.microsoft.com/office/drawing/2014/main" id="{49AD3E33-5B3A-488D-9055-A66F489647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A5CE7C61-384B-4565-8779-29E91BEF4C57}"/>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34" name="Group 33">
            <a:extLst>
              <a:ext uri="{FF2B5EF4-FFF2-40B4-BE49-F238E27FC236}">
                <a16:creationId xmlns:a16="http://schemas.microsoft.com/office/drawing/2014/main" id="{5EE5DB50-1341-4A9E-A206-967EBBDE44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11020476" y="5368081"/>
            <a:ext cx="641183" cy="1069728"/>
            <a:chOff x="6484112" y="2967038"/>
            <a:chExt cx="641183" cy="1069728"/>
          </a:xfrm>
        </p:grpSpPr>
        <p:grpSp>
          <p:nvGrpSpPr>
            <p:cNvPr id="35" name="Group 34">
              <a:extLst>
                <a:ext uri="{FF2B5EF4-FFF2-40B4-BE49-F238E27FC236}">
                  <a16:creationId xmlns:a16="http://schemas.microsoft.com/office/drawing/2014/main" id="{19A84626-F20C-4555-AFAF-1A2B70D3D9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40" name="Freeform 68">
                <a:extLst>
                  <a:ext uri="{FF2B5EF4-FFF2-40B4-BE49-F238E27FC236}">
                    <a16:creationId xmlns:a16="http://schemas.microsoft.com/office/drawing/2014/main" id="{561A2DEB-32E0-497B-AFF5-12455326DC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9">
                <a:extLst>
                  <a:ext uri="{FF2B5EF4-FFF2-40B4-BE49-F238E27FC236}">
                    <a16:creationId xmlns:a16="http://schemas.microsoft.com/office/drawing/2014/main" id="{F74C0FA4-7280-478C-9F0A-5C44367405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Line 70">
                <a:extLst>
                  <a:ext uri="{FF2B5EF4-FFF2-40B4-BE49-F238E27FC236}">
                    <a16:creationId xmlns:a16="http://schemas.microsoft.com/office/drawing/2014/main" id="{6055EE13-719B-42CB-B390-656E3D7ED4B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36" name="Group 35">
              <a:extLst>
                <a:ext uri="{FF2B5EF4-FFF2-40B4-BE49-F238E27FC236}">
                  <a16:creationId xmlns:a16="http://schemas.microsoft.com/office/drawing/2014/main" id="{0AFE4A8F-11DC-406B-81CA-1EFF5D00CE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37" name="Freeform 68">
                <a:extLst>
                  <a:ext uri="{FF2B5EF4-FFF2-40B4-BE49-F238E27FC236}">
                    <a16:creationId xmlns:a16="http://schemas.microsoft.com/office/drawing/2014/main" id="{1220809B-3187-4A4E-B1B4-931C71836CC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9">
                <a:extLst>
                  <a:ext uri="{FF2B5EF4-FFF2-40B4-BE49-F238E27FC236}">
                    <a16:creationId xmlns:a16="http://schemas.microsoft.com/office/drawing/2014/main" id="{FA8BADC2-4522-4CCB-B068-9C3AC1F1EF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Line 70">
                <a:extLst>
                  <a:ext uri="{FF2B5EF4-FFF2-40B4-BE49-F238E27FC236}">
                    <a16:creationId xmlns:a16="http://schemas.microsoft.com/office/drawing/2014/main" id="{8507DFE2-C18B-40C2-A945-EFDD0D8EC93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spTree>
    <p:extLst>
      <p:ext uri="{BB962C8B-B14F-4D97-AF65-F5344CB8AC3E}">
        <p14:creationId xmlns:p14="http://schemas.microsoft.com/office/powerpoint/2010/main" val="3143967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a:xfrm>
            <a:off x="432707" y="4849587"/>
            <a:ext cx="11054441" cy="1836963"/>
          </a:xfrm>
        </p:spPr>
        <p:txBody>
          <a:bodyPr vert="horz" lIns="91440" tIns="45720" rIns="91440" bIns="45720" rtlCol="0" anchor="ctr" anchorCtr="0">
            <a:normAutofit fontScale="90000"/>
          </a:bodyPr>
          <a:lstStyle/>
          <a:p>
            <a:pPr algn="ctr">
              <a:lnSpc>
                <a:spcPts val="8119"/>
              </a:lnSpc>
              <a:spcBef>
                <a:spcPct val="0"/>
              </a:spcBef>
            </a:pPr>
            <a:r>
              <a:rPr lang="en-US" sz="4800" dirty="0">
                <a:solidFill>
                  <a:srgbClr val="000000"/>
                </a:solidFill>
                <a:latin typeface="Agrandir Wide"/>
              </a:rPr>
              <a:t>interacting and display the name of gov and area when I clicked on any points</a:t>
            </a:r>
          </a:p>
        </p:txBody>
      </p:sp>
      <p:sp>
        <p:nvSpPr>
          <p:cNvPr id="2" name="Freeform 2">
            <a:extLst>
              <a:ext uri="{FF2B5EF4-FFF2-40B4-BE49-F238E27FC236}">
                <a16:creationId xmlns:a16="http://schemas.microsoft.com/office/drawing/2014/main" id="{7258A86B-DB18-9A6E-821B-3A3B70B52492}"/>
              </a:ext>
            </a:extLst>
          </p:cNvPr>
          <p:cNvSpPr/>
          <p:nvPr/>
        </p:nvSpPr>
        <p:spPr>
          <a:xfrm>
            <a:off x="1048531" y="87346"/>
            <a:ext cx="9406411" cy="4639776"/>
          </a:xfrm>
          <a:custGeom>
            <a:avLst/>
            <a:gdLst/>
            <a:ahLst/>
            <a:cxnLst/>
            <a:rect l="l" t="t" r="r" b="b"/>
            <a:pathLst>
              <a:path w="9957984" h="5137797">
                <a:moveTo>
                  <a:pt x="0" y="0"/>
                </a:moveTo>
                <a:lnTo>
                  <a:pt x="9957984" y="0"/>
                </a:lnTo>
                <a:lnTo>
                  <a:pt x="9957984" y="5137797"/>
                </a:lnTo>
                <a:lnTo>
                  <a:pt x="0" y="5137797"/>
                </a:lnTo>
                <a:lnTo>
                  <a:pt x="0" y="0"/>
                </a:lnTo>
                <a:close/>
              </a:path>
            </a:pathLst>
          </a:custGeom>
          <a:blipFill>
            <a:blip r:embed="rId3"/>
            <a:stretch>
              <a:fillRect/>
            </a:stretch>
          </a:blipFill>
        </p:spPr>
        <p:txBody>
          <a:bodyPr/>
          <a:lstStyle/>
          <a:p>
            <a:endParaRPr lang="en-US"/>
          </a:p>
        </p:txBody>
      </p:sp>
    </p:spTree>
    <p:extLst>
      <p:ext uri="{BB962C8B-B14F-4D97-AF65-F5344CB8AC3E}">
        <p14:creationId xmlns:p14="http://schemas.microsoft.com/office/powerpoint/2010/main" val="3438679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 name="Group 14">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7"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6"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20" name="Rectangle 19">
            <a:extLst>
              <a:ext uri="{FF2B5EF4-FFF2-40B4-BE49-F238E27FC236}">
                <a16:creationId xmlns:a16="http://schemas.microsoft.com/office/drawing/2014/main" id="{0FA27539-4286-4FA8-9DA6-7CF237447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a:xfrm>
            <a:off x="7108722" y="1866336"/>
            <a:ext cx="3995727" cy="1181089"/>
          </a:xfrm>
        </p:spPr>
        <p:txBody>
          <a:bodyPr vert="horz" lIns="91440" tIns="45720" rIns="91440" bIns="45720" rtlCol="0" anchor="b" anchorCtr="0">
            <a:normAutofit/>
          </a:bodyPr>
          <a:lstStyle/>
          <a:p>
            <a:r>
              <a:rPr lang="en-US" dirty="0"/>
              <a:t>The Result</a:t>
            </a:r>
          </a:p>
        </p:txBody>
      </p:sp>
      <p:pic>
        <p:nvPicPr>
          <p:cNvPr id="4" name="Picture 3">
            <a:extLst>
              <a:ext uri="{FF2B5EF4-FFF2-40B4-BE49-F238E27FC236}">
                <a16:creationId xmlns:a16="http://schemas.microsoft.com/office/drawing/2014/main" id="{96278883-1562-2F08-806E-AF1CAAB240E8}"/>
              </a:ext>
            </a:extLst>
          </p:cNvPr>
          <p:cNvPicPr>
            <a:picLocks noChangeAspect="1"/>
          </p:cNvPicPr>
          <p:nvPr/>
        </p:nvPicPr>
        <p:blipFill rotWithShape="1">
          <a:blip r:embed="rId3"/>
          <a:srcRect l="5887" r="3" b="3"/>
          <a:stretch/>
        </p:blipFill>
        <p:spPr>
          <a:xfrm>
            <a:off x="20" y="10"/>
            <a:ext cx="6111518" cy="6857990"/>
          </a:xfrm>
          <a:prstGeom prst="rect">
            <a:avLst/>
          </a:prstGeom>
        </p:spPr>
      </p:pic>
      <p:cxnSp>
        <p:nvCxnSpPr>
          <p:cNvPr id="22" name="Straight Connector 21">
            <a:extLst>
              <a:ext uri="{FF2B5EF4-FFF2-40B4-BE49-F238E27FC236}">
                <a16:creationId xmlns:a16="http://schemas.microsoft.com/office/drawing/2014/main" id="{C5E74535-9C0E-4211-B088-610AD56262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1769"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5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4" name="Group 13">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7"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9"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40" name="Rectangle 39">
            <a:extLst>
              <a:ext uri="{FF2B5EF4-FFF2-40B4-BE49-F238E27FC236}">
                <a16:creationId xmlns:a16="http://schemas.microsoft.com/office/drawing/2014/main" id="{1F4CD6D0-88B6-45F4-AC60-54587D3C9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246B604-23DE-D45E-7CB8-D2C9DE6A39E7}"/>
              </a:ext>
            </a:extLst>
          </p:cNvPr>
          <p:cNvPicPr>
            <a:picLocks noChangeAspect="1"/>
          </p:cNvPicPr>
          <p:nvPr/>
        </p:nvPicPr>
        <p:blipFill rotWithShape="1">
          <a:blip r:embed="rId3"/>
          <a:srcRect/>
          <a:stretch/>
        </p:blipFill>
        <p:spPr>
          <a:xfrm>
            <a:off x="-9525" y="-19789"/>
            <a:ext cx="12191980" cy="685799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41" name="Rectangle 40">
            <a:extLst>
              <a:ext uri="{FF2B5EF4-FFF2-40B4-BE49-F238E27FC236}">
                <a16:creationId xmlns:a16="http://schemas.microsoft.com/office/drawing/2014/main" id="{3092D32E-B1E6-4335-BD86-8461882A7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03300" y="-1052423"/>
            <a:ext cx="6857999" cy="8883647"/>
          </a:xfrm>
          <a:prstGeom prst="rect">
            <a:avLst/>
          </a:prstGeom>
          <a:gradFill flip="none" rotWithShape="1">
            <a:gsLst>
              <a:gs pos="0">
                <a:srgbClr val="000000">
                  <a:alpha val="35000"/>
                </a:srgbClr>
              </a:gs>
              <a:gs pos="100000">
                <a:srgbClr val="000000">
                  <a:alpha val="0"/>
                </a:srgbClr>
              </a:gs>
              <a:gs pos="60000">
                <a:srgbClr val="000000">
                  <a:alpha val="2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7148052" y="4017962"/>
            <a:ext cx="3795590" cy="1316732"/>
          </a:xfrm>
        </p:spPr>
        <p:txBody>
          <a:bodyPr vert="horz" lIns="91440" tIns="45720" rIns="91440" bIns="45720" rtlCol="0" anchor="b" anchorCtr="0">
            <a:normAutofit/>
          </a:bodyPr>
          <a:lstStyle/>
          <a:p>
            <a:r>
              <a:rPr lang="en-US" sz="4800" dirty="0">
                <a:solidFill>
                  <a:srgbClr val="FFFFFF"/>
                </a:solidFill>
              </a:rPr>
              <a:t>Thank you</a:t>
            </a:r>
          </a:p>
        </p:txBody>
      </p:sp>
      <p:grpSp>
        <p:nvGrpSpPr>
          <p:cNvPr id="42" name="Group 41">
            <a:extLst>
              <a:ext uri="{FF2B5EF4-FFF2-40B4-BE49-F238E27FC236}">
                <a16:creationId xmlns:a16="http://schemas.microsoft.com/office/drawing/2014/main" id="{53D83BC4-A03A-4B80-BE2E-AB1542ABAD4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43" name="Rectangle 42">
              <a:extLst>
                <a:ext uri="{FF2B5EF4-FFF2-40B4-BE49-F238E27FC236}">
                  <a16:creationId xmlns:a16="http://schemas.microsoft.com/office/drawing/2014/main" id="{2F6F3D9A-452B-4940-9828-23E2DA52F7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a:extLst>
                <a:ext uri="{FF2B5EF4-FFF2-40B4-BE49-F238E27FC236}">
                  <a16:creationId xmlns:a16="http://schemas.microsoft.com/office/drawing/2014/main" id="{FC141C93-0464-49A4-80F9-CBA4B473210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6" name="Group 25">
                <a:extLst>
                  <a:ext uri="{FF2B5EF4-FFF2-40B4-BE49-F238E27FC236}">
                    <a16:creationId xmlns:a16="http://schemas.microsoft.com/office/drawing/2014/main" id="{0FBE46EE-1DFB-4A24-A727-EABB7534FB2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44" name="Freeform 68">
                  <a:extLst>
                    <a:ext uri="{FF2B5EF4-FFF2-40B4-BE49-F238E27FC236}">
                      <a16:creationId xmlns:a16="http://schemas.microsoft.com/office/drawing/2014/main" id="{2892A7AB-12E4-4169-836F-A0D0C91B7F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69">
                  <a:extLst>
                    <a:ext uri="{FF2B5EF4-FFF2-40B4-BE49-F238E27FC236}">
                      <a16:creationId xmlns:a16="http://schemas.microsoft.com/office/drawing/2014/main" id="{1F214575-72DE-4088-8694-62F426EF7D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6" name="Line 70">
                  <a:extLst>
                    <a:ext uri="{FF2B5EF4-FFF2-40B4-BE49-F238E27FC236}">
                      <a16:creationId xmlns:a16="http://schemas.microsoft.com/office/drawing/2014/main" id="{DE02F19E-EAED-436A-985B-21E4AFF3ECF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6748F1F2-C6CE-4B1D-BC12-02955EA2BA8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47" name="Freeform 68">
                  <a:extLst>
                    <a:ext uri="{FF2B5EF4-FFF2-40B4-BE49-F238E27FC236}">
                      <a16:creationId xmlns:a16="http://schemas.microsoft.com/office/drawing/2014/main" id="{80A5916D-E677-43F6-96A9-E16E5A8431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69">
                  <a:extLst>
                    <a:ext uri="{FF2B5EF4-FFF2-40B4-BE49-F238E27FC236}">
                      <a16:creationId xmlns:a16="http://schemas.microsoft.com/office/drawing/2014/main" id="{115C4984-068B-47EF-9298-FC8384998B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9" name="Line 70">
                  <a:extLst>
                    <a:ext uri="{FF2B5EF4-FFF2-40B4-BE49-F238E27FC236}">
                      <a16:creationId xmlns:a16="http://schemas.microsoft.com/office/drawing/2014/main" id="{8E1D9610-842B-4FB4-912A-67F61723EBF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31036836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FrostyVTI">
  <a:themeElements>
    <a:clrScheme name="Frosty">
      <a:dk1>
        <a:sysClr val="windowText" lastClr="000000"/>
      </a:dk1>
      <a:lt1>
        <a:sysClr val="window" lastClr="FFFFFF"/>
      </a:lt1>
      <a:dk2>
        <a:srgbClr val="0B2827"/>
      </a:dk2>
      <a:lt2>
        <a:srgbClr val="DAE3E3"/>
      </a:lt2>
      <a:accent1>
        <a:srgbClr val="767E37"/>
      </a:accent1>
      <a:accent2>
        <a:srgbClr val="B495C2"/>
      </a:accent2>
      <a:accent3>
        <a:srgbClr val="8FA3A3"/>
      </a:accent3>
      <a:accent4>
        <a:srgbClr val="CE7F01"/>
      </a:accent4>
      <a:accent5>
        <a:srgbClr val="D15A29"/>
      </a:accent5>
      <a:accent6>
        <a:srgbClr val="B88470"/>
      </a:accent6>
      <a:hlink>
        <a:srgbClr val="B57001"/>
      </a:hlink>
      <a:folHlink>
        <a:srgbClr val="99620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AE25C0-66E9-4E74-9814-75E5D2A6CAB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8954E08-A2C8-44D4-BABF-5531D0DF1F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EDA63D-DE73-4ED5-BDF0-D3D9FD35E1ED}">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{D92DEA53-66AE-4781-9EF7-12919FD0DF0B}tf11158769_win32</Template>
  <TotalTime>62</TotalTime>
  <Words>320</Words>
  <Application>Microsoft Office PowerPoint</Application>
  <PresentationFormat>Widescreen</PresentationFormat>
  <Paragraphs>33</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Agrandir Wide</vt:lpstr>
      <vt:lpstr>Arial</vt:lpstr>
      <vt:lpstr>Avenir Next LT Pro</vt:lpstr>
      <vt:lpstr>Calibri</vt:lpstr>
      <vt:lpstr>Goudy Old Style</vt:lpstr>
      <vt:lpstr>Wingdings</vt:lpstr>
      <vt:lpstr>FrostyVTI</vt:lpstr>
      <vt:lpstr>DATA Visualization</vt:lpstr>
      <vt:lpstr>DR: SHAHERA RASHWAN</vt:lpstr>
      <vt:lpstr>1 - Scraping 2 - load data 3 - pre-processing 4 - Data visualization </vt:lpstr>
      <vt:lpstr>1 - Scraping</vt:lpstr>
      <vt:lpstr>Overcoming nervousness</vt:lpstr>
      <vt:lpstr>2 - Load data</vt:lpstr>
      <vt:lpstr>3 preprocessing</vt:lpstr>
      <vt:lpstr>3 preprocessing</vt:lpstr>
      <vt:lpstr>Data after clean it </vt:lpstr>
      <vt:lpstr>this part is responsible for adding coordinates on the map image  with different colors like blue and red based on number of population</vt:lpstr>
      <vt:lpstr>interacting and display the name of gov and area when I clicked on any points</vt:lpstr>
      <vt:lpstr>The Result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Visualization</dc:title>
  <dc:creator>nourhan mohammed</dc:creator>
  <cp:lastModifiedBy>nourhan mohammed</cp:lastModifiedBy>
  <cp:revision>1</cp:revision>
  <dcterms:created xsi:type="dcterms:W3CDTF">2024-04-27T20:35:37Z</dcterms:created>
  <dcterms:modified xsi:type="dcterms:W3CDTF">2024-04-27T21:37:37Z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